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10287000" cx="18288000"/>
  <p:notesSz cx="7772400" cy="10058400"/>
  <p:embeddedFontLst>
    <p:embeddedFont>
      <p:font typeface="Roboto"/>
      <p:regular r:id="rId22"/>
      <p:bold r:id="rId23"/>
      <p:italic r:id="rId24"/>
      <p:boldItalic r:id="rId25"/>
    </p:embeddedFont>
    <p:embeddedFont>
      <p:font typeface="Montserrat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g9GrFZf/wLNAjF6xi7tTPwCMSK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bold.fntdata"/><Relationship Id="rId25" Type="http://schemas.openxmlformats.org/officeDocument/2006/relationships/font" Target="fonts/Roboto-boldItalic.fntdata"/><Relationship Id="rId28" Type="http://customschemas.google.com/relationships/presentationmetadata" Target="metadata"/><Relationship Id="rId27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9"/>
          <p:cNvSpPr txBox="1"/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9"/>
          <p:cNvSpPr txBox="1"/>
          <p:nvPr>
            <p:ph idx="1"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2" Type="http://schemas.openxmlformats.org/officeDocument/2006/relationships/image" Target="../media/image18.png"/><Relationship Id="rId9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main.d1kis61c0mtqwg.amplifyapp.com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 rot="-1898400">
            <a:off x="12872160" y="-2776320"/>
            <a:ext cx="8773920" cy="8795880"/>
          </a:xfrm>
          <a:custGeom>
            <a:rect b="b" l="l" r="r" t="t"/>
            <a:pathLst>
              <a:path extrusionOk="0"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10463760" y="1621440"/>
            <a:ext cx="753120" cy="753120"/>
            <a:chOff x="10463760" y="1621440"/>
            <a:chExt cx="753120" cy="753120"/>
          </a:xfrm>
        </p:grpSpPr>
        <p:sp>
          <p:nvSpPr>
            <p:cNvPr id="21" name="Google Shape;21;p2"/>
            <p:cNvSpPr/>
            <p:nvPr/>
          </p:nvSpPr>
          <p:spPr>
            <a:xfrm>
              <a:off x="10463760" y="1621440"/>
              <a:ext cx="753120" cy="75312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0534320" y="1657080"/>
              <a:ext cx="612000" cy="647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2"/>
          <p:cNvGrpSpPr/>
          <p:nvPr/>
        </p:nvGrpSpPr>
        <p:grpSpPr>
          <a:xfrm>
            <a:off x="14778720" y="7667280"/>
            <a:ext cx="1578600" cy="1578600"/>
            <a:chOff x="14778720" y="7667280"/>
            <a:chExt cx="1578600" cy="1578600"/>
          </a:xfrm>
        </p:grpSpPr>
        <p:sp>
          <p:nvSpPr>
            <p:cNvPr id="24" name="Google Shape;24;p2"/>
            <p:cNvSpPr/>
            <p:nvPr/>
          </p:nvSpPr>
          <p:spPr>
            <a:xfrm>
              <a:off x="14778720" y="7667280"/>
              <a:ext cx="1578600" cy="15786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926680" y="7741440"/>
              <a:ext cx="1282680" cy="1356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2"/>
          <p:cNvSpPr/>
          <p:nvPr/>
        </p:nvSpPr>
        <p:spPr>
          <a:xfrm>
            <a:off x="2736360" y="5419800"/>
            <a:ext cx="3306240" cy="3306240"/>
          </a:xfrm>
          <a:custGeom>
            <a:rect b="b" l="l" r="r" t="t"/>
            <a:pathLst>
              <a:path extrusionOk="0" h="3306554" w="3306554">
                <a:moveTo>
                  <a:pt x="0" y="0"/>
                </a:moveTo>
                <a:lnTo>
                  <a:pt x="3306554" y="0"/>
                </a:lnTo>
                <a:lnTo>
                  <a:pt x="3306554" y="3306554"/>
                </a:lnTo>
                <a:lnTo>
                  <a:pt x="0" y="3306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1573560" y="1431000"/>
            <a:ext cx="10072080" cy="3521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0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Ofisync</a:t>
            </a:r>
            <a:endParaRPr b="1" sz="9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00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</a:t>
            </a:r>
            <a:endParaRPr b="0" sz="9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2"/>
          <p:cNvCxnSpPr/>
          <p:nvPr/>
        </p:nvCxnSpPr>
        <p:spPr>
          <a:xfrm flipH="1" rot="10800000">
            <a:off x="1573560" y="5143320"/>
            <a:ext cx="5770080" cy="1908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/>
          <p:nvPr/>
        </p:nvSpPr>
        <p:spPr>
          <a:xfrm rot="-1898400">
            <a:off x="14393520" y="-4548960"/>
            <a:ext cx="8700480" cy="8722440"/>
          </a:xfrm>
          <a:custGeom>
            <a:rect b="b" l="l" r="r" t="t"/>
            <a:pathLst>
              <a:path extrusionOk="0"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 rot="-1898400">
            <a:off x="-3087000" y="7441200"/>
            <a:ext cx="8700480" cy="8722440"/>
          </a:xfrm>
          <a:custGeom>
            <a:rect b="b" l="l" r="r" t="t"/>
            <a:pathLst>
              <a:path extrusionOk="0"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Google Shape;35;p3"/>
          <p:cNvGrpSpPr/>
          <p:nvPr/>
        </p:nvGrpSpPr>
        <p:grpSpPr>
          <a:xfrm>
            <a:off x="-1181520" y="2134800"/>
            <a:ext cx="20498400" cy="6581880"/>
            <a:chOff x="-1181520" y="2134800"/>
            <a:chExt cx="20498400" cy="6581880"/>
          </a:xfrm>
        </p:grpSpPr>
        <p:sp>
          <p:nvSpPr>
            <p:cNvPr id="36" name="Google Shape;36;p3"/>
            <p:cNvSpPr/>
            <p:nvPr/>
          </p:nvSpPr>
          <p:spPr>
            <a:xfrm>
              <a:off x="-1181520" y="2315880"/>
              <a:ext cx="20498400" cy="6400800"/>
            </a:xfrm>
            <a:custGeom>
              <a:rect b="b" l="l" r="r" t="t"/>
              <a:pathLst>
                <a:path extrusionOk="0" h="1685859" w="5398820">
                  <a:moveTo>
                    <a:pt x="0" y="0"/>
                  </a:moveTo>
                  <a:lnTo>
                    <a:pt x="5398820" y="0"/>
                  </a:lnTo>
                  <a:lnTo>
                    <a:pt x="5398820" y="1685859"/>
                  </a:lnTo>
                  <a:lnTo>
                    <a:pt x="0" y="16858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-1181520" y="2134800"/>
              <a:ext cx="20498400" cy="6581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2786400" y="2996280"/>
            <a:ext cx="3461400" cy="741960"/>
            <a:chOff x="2786400" y="2996280"/>
            <a:chExt cx="3461400" cy="741960"/>
          </a:xfrm>
        </p:grpSpPr>
        <p:sp>
          <p:nvSpPr>
            <p:cNvPr id="39" name="Google Shape;39;p3"/>
            <p:cNvSpPr/>
            <p:nvPr/>
          </p:nvSpPr>
          <p:spPr>
            <a:xfrm>
              <a:off x="2786400" y="3150720"/>
              <a:ext cx="3461400" cy="587520"/>
            </a:xfrm>
            <a:custGeom>
              <a:rect b="b" l="l" r="r" t="t"/>
              <a:pathLst>
                <a:path extrusionOk="0" h="181026" w="1066152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786400" y="2996280"/>
              <a:ext cx="3461400" cy="741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Alexander Pulgar</a:t>
              </a:r>
              <a:endParaRPr b="0" sz="23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" name="Google Shape;41;p3"/>
          <p:cNvGrpSpPr/>
          <p:nvPr/>
        </p:nvGrpSpPr>
        <p:grpSpPr>
          <a:xfrm>
            <a:off x="7255080" y="2996280"/>
            <a:ext cx="3461400" cy="741960"/>
            <a:chOff x="7255080" y="2996280"/>
            <a:chExt cx="3461400" cy="741960"/>
          </a:xfrm>
        </p:grpSpPr>
        <p:sp>
          <p:nvSpPr>
            <p:cNvPr id="42" name="Google Shape;42;p3"/>
            <p:cNvSpPr/>
            <p:nvPr/>
          </p:nvSpPr>
          <p:spPr>
            <a:xfrm>
              <a:off x="7255080" y="3150720"/>
              <a:ext cx="3461400" cy="587520"/>
            </a:xfrm>
            <a:custGeom>
              <a:rect b="b" l="l" r="r" t="t"/>
              <a:pathLst>
                <a:path extrusionOk="0" h="181026" w="1066152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55080" y="2996280"/>
              <a:ext cx="3461400" cy="741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John Herrera</a:t>
              </a:r>
              <a:endParaRPr b="0" sz="23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44;p3"/>
          <p:cNvGrpSpPr/>
          <p:nvPr/>
        </p:nvGrpSpPr>
        <p:grpSpPr>
          <a:xfrm>
            <a:off x="11726640" y="2996280"/>
            <a:ext cx="3461400" cy="741960"/>
            <a:chOff x="11726640" y="2996280"/>
            <a:chExt cx="3461400" cy="741960"/>
          </a:xfrm>
        </p:grpSpPr>
        <p:sp>
          <p:nvSpPr>
            <p:cNvPr id="45" name="Google Shape;45;p3"/>
            <p:cNvSpPr/>
            <p:nvPr/>
          </p:nvSpPr>
          <p:spPr>
            <a:xfrm>
              <a:off x="11726640" y="3150720"/>
              <a:ext cx="3461400" cy="587520"/>
            </a:xfrm>
            <a:custGeom>
              <a:rect b="b" l="l" r="r" t="t"/>
              <a:pathLst>
                <a:path extrusionOk="0" h="181026" w="1066152">
                  <a:moveTo>
                    <a:pt x="90513" y="0"/>
                  </a:moveTo>
                  <a:lnTo>
                    <a:pt x="975639" y="0"/>
                  </a:lnTo>
                  <a:cubicBezTo>
                    <a:pt x="999644" y="0"/>
                    <a:pt x="1022667" y="9536"/>
                    <a:pt x="1039641" y="26511"/>
                  </a:cubicBezTo>
                  <a:cubicBezTo>
                    <a:pt x="1056616" y="43485"/>
                    <a:pt x="1066152" y="66507"/>
                    <a:pt x="1066152" y="90513"/>
                  </a:cubicBezTo>
                  <a:lnTo>
                    <a:pt x="1066152" y="90513"/>
                  </a:lnTo>
                  <a:cubicBezTo>
                    <a:pt x="1066152" y="114518"/>
                    <a:pt x="1056616" y="137541"/>
                    <a:pt x="1039641" y="154515"/>
                  </a:cubicBezTo>
                  <a:cubicBezTo>
                    <a:pt x="1022667" y="171490"/>
                    <a:pt x="999644" y="181026"/>
                    <a:pt x="975639" y="181026"/>
                  </a:cubicBezTo>
                  <a:lnTo>
                    <a:pt x="90513" y="181026"/>
                  </a:lnTo>
                  <a:cubicBezTo>
                    <a:pt x="66507" y="181026"/>
                    <a:pt x="43485" y="171490"/>
                    <a:pt x="26511" y="154515"/>
                  </a:cubicBezTo>
                  <a:cubicBezTo>
                    <a:pt x="9536" y="137541"/>
                    <a:pt x="0" y="114518"/>
                    <a:pt x="0" y="90513"/>
                  </a:cubicBezTo>
                  <a:lnTo>
                    <a:pt x="0" y="90513"/>
                  </a:lnTo>
                  <a:cubicBezTo>
                    <a:pt x="0" y="66507"/>
                    <a:pt x="9536" y="43485"/>
                    <a:pt x="26511" y="26511"/>
                  </a:cubicBezTo>
                  <a:cubicBezTo>
                    <a:pt x="43485" y="9536"/>
                    <a:pt x="66507" y="0"/>
                    <a:pt x="90513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11726640" y="2996280"/>
              <a:ext cx="3461400" cy="741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Erick San Martín</a:t>
              </a:r>
              <a:endParaRPr b="0" sz="230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7;p3"/>
          <p:cNvSpPr/>
          <p:nvPr/>
        </p:nvSpPr>
        <p:spPr>
          <a:xfrm>
            <a:off x="488160" y="388080"/>
            <a:ext cx="1550160" cy="1550160"/>
          </a:xfrm>
          <a:custGeom>
            <a:rect b="b" l="l" r="r" t="t"/>
            <a:pathLst>
              <a:path extrusionOk="0" h="1550532" w="1550532">
                <a:moveTo>
                  <a:pt x="0" y="0"/>
                </a:moveTo>
                <a:lnTo>
                  <a:pt x="1550532" y="0"/>
                </a:lnTo>
                <a:lnTo>
                  <a:pt x="1550532" y="1550532"/>
                </a:lnTo>
                <a:lnTo>
                  <a:pt x="0" y="1550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266160" y="605880"/>
            <a:ext cx="5755320" cy="11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Members</a:t>
            </a:r>
            <a:endParaRPr b="0" sz="734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786400" y="4172760"/>
            <a:ext cx="2924280" cy="262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Owner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Mobile App Developer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QA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DBA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393680" y="4172760"/>
            <a:ext cx="3184200" cy="2629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Scrum Master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Web Developer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QA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DBA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1926440" y="4172760"/>
            <a:ext cx="30618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Development Team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Web Developer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QA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ctr">
              <a:lnSpc>
                <a:spcPct val="17254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DBA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/>
          <p:nvPr/>
        </p:nvSpPr>
        <p:spPr>
          <a:xfrm>
            <a:off x="10511640" y="3711600"/>
            <a:ext cx="4508640" cy="44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Proposed solution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2130480" y="3711600"/>
            <a:ext cx="719496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Problem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511640" y="4404600"/>
            <a:ext cx="5845320" cy="3398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Ofisync:</a:t>
            </a:r>
            <a:endParaRPr b="0" sz="23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Web Portal (Administration).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Mobile Application (Tenants).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Key processes:</a:t>
            </a:r>
            <a:endParaRPr b="0" sz="23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Calculation of common expenses.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Service reservations.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Inventory and logbook.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130480" y="4414320"/>
            <a:ext cx="6298200" cy="34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480" lvl="1" marL="516600" marR="0" rtl="0" algn="l">
              <a:lnSpc>
                <a:spcPct val="139625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Building management based on manual processes.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Consequences: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l">
              <a:lnSpc>
                <a:spcPct val="139625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Operational inefficiencies.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480" lvl="1" marL="516600" marR="0" rtl="0" algn="l">
              <a:lnSpc>
                <a:spcPct val="139625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Errors in calculating common expenses.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4"/>
          <p:cNvGrpSpPr/>
          <p:nvPr/>
        </p:nvGrpSpPr>
        <p:grpSpPr>
          <a:xfrm>
            <a:off x="0" y="-74160"/>
            <a:ext cx="18287640" cy="2371680"/>
            <a:chOff x="0" y="-74160"/>
            <a:chExt cx="18287640" cy="2371680"/>
          </a:xfrm>
        </p:grpSpPr>
        <p:sp>
          <p:nvSpPr>
            <p:cNvPr id="61" name="Google Shape;61;p4"/>
            <p:cNvSpPr/>
            <p:nvPr/>
          </p:nvSpPr>
          <p:spPr>
            <a:xfrm>
              <a:off x="0" y="0"/>
              <a:ext cx="18287640" cy="2297520"/>
            </a:xfrm>
            <a:custGeom>
              <a:rect b="b" l="l" r="r" t="t"/>
              <a:pathLst>
                <a:path extrusionOk="0" h="1182865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1182865"/>
                  </a:lnTo>
                  <a:lnTo>
                    <a:pt x="0" y="1182865"/>
                  </a:ln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0" y="-74160"/>
              <a:ext cx="18287640" cy="2371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3" name="Google Shape;63;p4"/>
          <p:cNvCxnSpPr/>
          <p:nvPr/>
        </p:nvCxnSpPr>
        <p:spPr>
          <a:xfrm>
            <a:off x="9144000" y="3749400"/>
            <a:ext cx="360" cy="530532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" name="Google Shape;64;p4"/>
          <p:cNvSpPr/>
          <p:nvPr/>
        </p:nvSpPr>
        <p:spPr>
          <a:xfrm>
            <a:off x="6235920" y="456480"/>
            <a:ext cx="5815800" cy="130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Description</a:t>
            </a:r>
            <a:endParaRPr b="0" sz="734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79960" y="373680"/>
            <a:ext cx="1550160" cy="1550160"/>
          </a:xfrm>
          <a:custGeom>
            <a:rect b="b" l="l" r="r" t="t"/>
            <a:pathLst>
              <a:path extrusionOk="0" h="1550532" w="1550532">
                <a:moveTo>
                  <a:pt x="0" y="0"/>
                </a:moveTo>
                <a:lnTo>
                  <a:pt x="1550532" y="0"/>
                </a:lnTo>
                <a:lnTo>
                  <a:pt x="1550532" y="1550532"/>
                </a:lnTo>
                <a:lnTo>
                  <a:pt x="0" y="1550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1028880" y="3182400"/>
            <a:ext cx="4060800" cy="37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General Objective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9567720" y="3182400"/>
            <a:ext cx="4060800" cy="379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Specific Objectives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28880" y="3821760"/>
            <a:ext cx="7127280" cy="12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Modernize and automate building management, optimize resources, and improve the user experience.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0" y="8843040"/>
            <a:ext cx="18287640" cy="1443600"/>
            <a:chOff x="0" y="8843040"/>
            <a:chExt cx="18287640" cy="1443600"/>
          </a:xfrm>
        </p:grpSpPr>
        <p:sp>
          <p:nvSpPr>
            <p:cNvPr id="74" name="Google Shape;74;p5"/>
            <p:cNvSpPr/>
            <p:nvPr/>
          </p:nvSpPr>
          <p:spPr>
            <a:xfrm>
              <a:off x="0" y="8993160"/>
              <a:ext cx="18287640" cy="1293480"/>
            </a:xfrm>
            <a:custGeom>
              <a:rect b="b" l="l" r="r" t="t"/>
              <a:pathLst>
                <a:path extrusionOk="0" h="327783" w="4633513">
                  <a:moveTo>
                    <a:pt x="0" y="0"/>
                  </a:moveTo>
                  <a:lnTo>
                    <a:pt x="4633513" y="0"/>
                  </a:lnTo>
                  <a:lnTo>
                    <a:pt x="4633513" y="327783"/>
                  </a:lnTo>
                  <a:lnTo>
                    <a:pt x="0" y="327783"/>
                  </a:ln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0" y="8843040"/>
              <a:ext cx="18287640" cy="14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5"/>
          <p:cNvGrpSpPr/>
          <p:nvPr/>
        </p:nvGrpSpPr>
        <p:grpSpPr>
          <a:xfrm>
            <a:off x="9360" y="-150480"/>
            <a:ext cx="18278280" cy="2481840"/>
            <a:chOff x="9360" y="-150480"/>
            <a:chExt cx="18278280" cy="2481840"/>
          </a:xfrm>
        </p:grpSpPr>
        <p:sp>
          <p:nvSpPr>
            <p:cNvPr id="77" name="Google Shape;77;p5"/>
            <p:cNvSpPr/>
            <p:nvPr/>
          </p:nvSpPr>
          <p:spPr>
            <a:xfrm>
              <a:off x="9360" y="0"/>
              <a:ext cx="18278280" cy="2331360"/>
            </a:xfrm>
            <a:custGeom>
              <a:rect b="b" l="l" r="r" t="t"/>
              <a:pathLst>
                <a:path extrusionOk="0" h="590789" w="4631179">
                  <a:moveTo>
                    <a:pt x="0" y="0"/>
                  </a:moveTo>
                  <a:lnTo>
                    <a:pt x="4631179" y="0"/>
                  </a:lnTo>
                  <a:lnTo>
                    <a:pt x="4631179" y="590789"/>
                  </a:lnTo>
                  <a:lnTo>
                    <a:pt x="0" y="590789"/>
                  </a:ln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9360" y="-150480"/>
              <a:ext cx="18278280" cy="2481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6217928" y="513325"/>
            <a:ext cx="58518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Objecti</a:t>
            </a: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</a:t>
            </a:r>
            <a:endParaRPr b="0" sz="734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567720" y="3821760"/>
            <a:ext cx="7127280" cy="424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19" lvl="1" marL="5158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Automate the calculation of common expenses.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19" lvl="1" marL="5158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Improve the transparency of tenant information.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19" lvl="1" marL="5158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Optimize the work of administrators, concierges, and cleaning staff.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just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Real-time synchronization between platforms.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13000" y="390600"/>
            <a:ext cx="1550160" cy="1550160"/>
          </a:xfrm>
          <a:custGeom>
            <a:rect b="b" l="l" r="r" t="t"/>
            <a:pathLst>
              <a:path extrusionOk="0" h="1550532" w="1550532">
                <a:moveTo>
                  <a:pt x="0" y="0"/>
                </a:moveTo>
                <a:lnTo>
                  <a:pt x="1550532" y="0"/>
                </a:lnTo>
                <a:lnTo>
                  <a:pt x="1550532" y="1550532"/>
                </a:lnTo>
                <a:lnTo>
                  <a:pt x="0" y="1550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1362960" y="3283560"/>
            <a:ext cx="719496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Project scope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362960" y="4433040"/>
            <a:ext cx="7110000" cy="254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Focus on five prioritized epics: Expenses, Reservations, Inventory, Logbook, and Authentication.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of essential functionalities for system operation.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6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89" name="Google Shape;89;p6"/>
            <p:cNvSpPr/>
            <p:nvPr/>
          </p:nvSpPr>
          <p:spPr>
            <a:xfrm>
              <a:off x="0" y="0"/>
              <a:ext cx="18287640" cy="2262960"/>
            </a:xfrm>
            <a:custGeom>
              <a:rect b="b" l="l" r="r" t="t"/>
              <a:pathLst>
                <a:path extrusionOk="0" h="1165105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6"/>
          <p:cNvSpPr/>
          <p:nvPr/>
        </p:nvSpPr>
        <p:spPr>
          <a:xfrm>
            <a:off x="6917760" y="439200"/>
            <a:ext cx="4452120" cy="130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Scope</a:t>
            </a:r>
            <a:endParaRPr b="0" sz="734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87880" y="356400"/>
            <a:ext cx="1550160" cy="1550160"/>
          </a:xfrm>
          <a:custGeom>
            <a:rect b="b" l="l" r="r" t="t"/>
            <a:pathLst>
              <a:path extrusionOk="0" h="1550532" w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6"/>
          <p:cNvCxnSpPr/>
          <p:nvPr/>
        </p:nvCxnSpPr>
        <p:spPr>
          <a:xfrm>
            <a:off x="9162720" y="3321360"/>
            <a:ext cx="360" cy="521928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6"/>
          <p:cNvSpPr/>
          <p:nvPr/>
        </p:nvSpPr>
        <p:spPr>
          <a:xfrm>
            <a:off x="10149120" y="4433040"/>
            <a:ext cx="7110000" cy="382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Calculation and management of common expenses.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Inventory with CRUD operations.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Reservation management and payment validation.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Digital log for event recording and access control.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0149120" y="3283560"/>
            <a:ext cx="719496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Web portal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1362960" y="3283560"/>
            <a:ext cx="719496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Mobile Application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362960" y="4433040"/>
            <a:ext cx="7110000" cy="382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Check common expenses, debt, and payment status.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Upload payment receipts (image/PDF).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Reserve services and common areas in real time.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7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03" name="Google Shape;103;p7"/>
            <p:cNvSpPr/>
            <p:nvPr/>
          </p:nvSpPr>
          <p:spPr>
            <a:xfrm>
              <a:off x="0" y="0"/>
              <a:ext cx="18287640" cy="2262960"/>
            </a:xfrm>
            <a:custGeom>
              <a:rect b="b" l="l" r="r" t="t"/>
              <a:pathLst>
                <a:path extrusionOk="0" h="1165105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7"/>
          <p:cNvSpPr/>
          <p:nvPr/>
        </p:nvSpPr>
        <p:spPr>
          <a:xfrm>
            <a:off x="6917760" y="439200"/>
            <a:ext cx="4452120" cy="130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Scope</a:t>
            </a:r>
            <a:endParaRPr b="0" sz="734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87880" y="356400"/>
            <a:ext cx="1550160" cy="1550160"/>
          </a:xfrm>
          <a:custGeom>
            <a:rect b="b" l="l" r="r" t="t"/>
            <a:pathLst>
              <a:path extrusionOk="0" h="1550532" w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9144000" y="3321360"/>
            <a:ext cx="360" cy="521928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10149120" y="4433040"/>
            <a:ext cx="7110000" cy="254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Centralized PostgreSQL-based database.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Real-time synchronization between web portal and mobile application.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0149120" y="3283560"/>
            <a:ext cx="719496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Infrastructure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1362960" y="3283560"/>
            <a:ext cx="719496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Functional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1362960" y="4433040"/>
            <a:ext cx="7110000" cy="382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Development is limited to the five prioritized epics in the Product Backlog.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Features outside the defined scope are not included.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The initial data load (users, offices) is the responsibility of the administration.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8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17" name="Google Shape;117;p8"/>
            <p:cNvSpPr/>
            <p:nvPr/>
          </p:nvSpPr>
          <p:spPr>
            <a:xfrm>
              <a:off x="0" y="0"/>
              <a:ext cx="18287640" cy="2262960"/>
            </a:xfrm>
            <a:custGeom>
              <a:rect b="b" l="l" r="r" t="t"/>
              <a:pathLst>
                <a:path extrusionOk="0" h="1165105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8"/>
          <p:cNvSpPr/>
          <p:nvPr/>
        </p:nvSpPr>
        <p:spPr>
          <a:xfrm>
            <a:off x="6008400" y="439200"/>
            <a:ext cx="6270480" cy="130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endParaRPr b="0" sz="734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87880" y="356400"/>
            <a:ext cx="1550160" cy="1550160"/>
          </a:xfrm>
          <a:custGeom>
            <a:rect b="b" l="l" r="r" t="t"/>
            <a:pathLst>
              <a:path extrusionOk="0" h="1550532" w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8"/>
          <p:cNvCxnSpPr/>
          <p:nvPr/>
        </p:nvCxnSpPr>
        <p:spPr>
          <a:xfrm>
            <a:off x="9162720" y="3321360"/>
            <a:ext cx="9720" cy="536868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8"/>
          <p:cNvSpPr/>
          <p:nvPr/>
        </p:nvSpPr>
        <p:spPr>
          <a:xfrm>
            <a:off x="10149120" y="4433040"/>
            <a:ext cx="7110000" cy="254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WebPay, Transbank, and other payment gateways are not integrated.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Payment validation only through manual receipts.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0149120" y="3283560"/>
            <a:ext cx="719496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Payment module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2138400" y="3108600"/>
            <a:ext cx="5509440" cy="5509440"/>
          </a:xfrm>
          <a:custGeom>
            <a:rect b="b" l="l" r="r" t="t"/>
            <a:pathLst>
              <a:path extrusionOk="0" h="5509791" w="5509791">
                <a:moveTo>
                  <a:pt x="0" y="0"/>
                </a:moveTo>
                <a:lnTo>
                  <a:pt x="5509791" y="0"/>
                </a:lnTo>
                <a:lnTo>
                  <a:pt x="5509791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9144000" y="3479760"/>
            <a:ext cx="8474760" cy="4766760"/>
          </a:xfrm>
          <a:custGeom>
            <a:rect b="b" l="l" r="r" t="t"/>
            <a:pathLst>
              <a:path extrusionOk="0" h="4767283" w="8475169">
                <a:moveTo>
                  <a:pt x="0" y="0"/>
                </a:moveTo>
                <a:lnTo>
                  <a:pt x="8475169" y="0"/>
                </a:lnTo>
                <a:lnTo>
                  <a:pt x="8475169" y="4767283"/>
                </a:lnTo>
                <a:lnTo>
                  <a:pt x="0" y="4767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" name="Google Shape;130;p9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31" name="Google Shape;131;p9"/>
            <p:cNvSpPr/>
            <p:nvPr/>
          </p:nvSpPr>
          <p:spPr>
            <a:xfrm>
              <a:off x="0" y="0"/>
              <a:ext cx="18287640" cy="2262960"/>
            </a:xfrm>
            <a:custGeom>
              <a:rect b="b" l="l" r="r" t="t"/>
              <a:pathLst>
                <a:path extrusionOk="0" h="1165105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9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9"/>
          <p:cNvSpPr/>
          <p:nvPr/>
        </p:nvSpPr>
        <p:spPr>
          <a:xfrm>
            <a:off x="6008400" y="439200"/>
            <a:ext cx="71322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0" sz="734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87880" y="356400"/>
            <a:ext cx="1550160" cy="1550160"/>
          </a:xfrm>
          <a:custGeom>
            <a:rect b="b" l="l" r="r" t="t"/>
            <a:pathLst>
              <a:path extrusionOk="0" h="1550532" w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 scaled="0"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209880" y="2102400"/>
            <a:ext cx="17867880" cy="6082200"/>
          </a:xfrm>
          <a:custGeom>
            <a:rect b="b" l="l" r="r" t="t"/>
            <a:pathLst>
              <a:path extrusionOk="0" h="6082478" w="17868191">
                <a:moveTo>
                  <a:pt x="0" y="0"/>
                </a:moveTo>
                <a:lnTo>
                  <a:pt x="17868192" y="0"/>
                </a:lnTo>
                <a:lnTo>
                  <a:pt x="17868192" y="6082478"/>
                </a:lnTo>
                <a:lnTo>
                  <a:pt x="0" y="6082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739200" y="461880"/>
            <a:ext cx="4809600" cy="113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0" sz="744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/>
          <p:nvPr/>
        </p:nvSpPr>
        <p:spPr>
          <a:xfrm>
            <a:off x="3000600" y="2414880"/>
            <a:ext cx="12286080" cy="5456880"/>
          </a:xfrm>
          <a:custGeom>
            <a:rect b="b" l="l" r="r" t="t"/>
            <a:pathLst>
              <a:path extrusionOk="0" h="5457205" w="12286619">
                <a:moveTo>
                  <a:pt x="0" y="0"/>
                </a:moveTo>
                <a:lnTo>
                  <a:pt x="12286618" y="0"/>
                </a:lnTo>
                <a:lnTo>
                  <a:pt x="12286618" y="5457206"/>
                </a:lnTo>
                <a:lnTo>
                  <a:pt x="0" y="5457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6751440" y="461880"/>
            <a:ext cx="4784400" cy="113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0" sz="744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 rot="-1898400">
            <a:off x="14904720" y="-4731120"/>
            <a:ext cx="8700480" cy="8722440"/>
          </a:xfrm>
          <a:custGeom>
            <a:rect b="b" l="l" r="r" t="t"/>
            <a:pathLst>
              <a:path extrusionOk="0"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2"/>
          <p:cNvSpPr/>
          <p:nvPr/>
        </p:nvSpPr>
        <p:spPr>
          <a:xfrm rot="1734600">
            <a:off x="-3196440" y="7742880"/>
            <a:ext cx="7347600" cy="7365960"/>
          </a:xfrm>
          <a:custGeom>
            <a:rect b="b" l="l" r="r" t="t"/>
            <a:pathLst>
              <a:path extrusionOk="0" h="7366228" w="7347813">
                <a:moveTo>
                  <a:pt x="0" y="0"/>
                </a:moveTo>
                <a:lnTo>
                  <a:pt x="7347813" y="0"/>
                </a:lnTo>
                <a:lnTo>
                  <a:pt x="7347813" y="7366228"/>
                </a:lnTo>
                <a:lnTo>
                  <a:pt x="0" y="736622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0" y="0"/>
            <a:ext cx="18287640" cy="1028664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 scaled="0"/>
        </a:gra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/>
          <p:nvPr/>
        </p:nvSpPr>
        <p:spPr>
          <a:xfrm>
            <a:off x="4898520" y="0"/>
            <a:ext cx="13389120" cy="10286640"/>
          </a:xfrm>
          <a:custGeom>
            <a:rect b="b" l="l" r="r" t="t"/>
            <a:pathLst>
              <a:path extrusionOk="0" h="10287000" w="13389306">
                <a:moveTo>
                  <a:pt x="0" y="0"/>
                </a:moveTo>
                <a:lnTo>
                  <a:pt x="13389306" y="0"/>
                </a:lnTo>
                <a:lnTo>
                  <a:pt x="133893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3"/>
          <p:cNvSpPr/>
          <p:nvPr/>
        </p:nvSpPr>
        <p:spPr>
          <a:xfrm>
            <a:off x="113760" y="4010040"/>
            <a:ext cx="4784400" cy="22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4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model</a:t>
            </a:r>
            <a:endParaRPr b="0" sz="744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/>
          <p:nvPr/>
        </p:nvSpPr>
        <p:spPr>
          <a:xfrm>
            <a:off x="1362960" y="3283560"/>
            <a:ext cx="371124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Physical infrastructure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1362960" y="3899160"/>
            <a:ext cx="3597120" cy="12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Building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Floor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Office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14"/>
          <p:cNvGrpSpPr/>
          <p:nvPr/>
        </p:nvGrpSpPr>
        <p:grpSpPr>
          <a:xfrm>
            <a:off x="0" y="-74160"/>
            <a:ext cx="18287640" cy="2337120"/>
            <a:chOff x="0" y="-74160"/>
            <a:chExt cx="18287640" cy="2337120"/>
          </a:xfrm>
        </p:grpSpPr>
        <p:sp>
          <p:nvSpPr>
            <p:cNvPr id="167" name="Google Shape;167;p14"/>
            <p:cNvSpPr/>
            <p:nvPr/>
          </p:nvSpPr>
          <p:spPr>
            <a:xfrm>
              <a:off x="0" y="0"/>
              <a:ext cx="18287640" cy="2262960"/>
            </a:xfrm>
            <a:custGeom>
              <a:rect b="b" l="l" r="r" t="t"/>
              <a:pathLst>
                <a:path extrusionOk="0" h="1165105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1165105"/>
                  </a:lnTo>
                  <a:lnTo>
                    <a:pt x="0" y="1165105"/>
                  </a:ln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0" y="-74160"/>
              <a:ext cx="18287640" cy="2337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750" lIns="50750" spcFirstLastPara="1" rIns="50750" wrap="square" tIns="5075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4"/>
          <p:cNvSpPr/>
          <p:nvPr/>
        </p:nvSpPr>
        <p:spPr>
          <a:xfrm>
            <a:off x="5074560" y="439200"/>
            <a:ext cx="8138520" cy="130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4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model</a:t>
            </a:r>
            <a:endParaRPr b="0" sz="734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587880" y="356400"/>
            <a:ext cx="1550160" cy="1550160"/>
          </a:xfrm>
          <a:custGeom>
            <a:rect b="b" l="l" r="r" t="t"/>
            <a:pathLst>
              <a:path extrusionOk="0" h="1550532" w="1550532">
                <a:moveTo>
                  <a:pt x="0" y="0"/>
                </a:moveTo>
                <a:lnTo>
                  <a:pt x="1550532" y="0"/>
                </a:lnTo>
                <a:lnTo>
                  <a:pt x="1550532" y="1550533"/>
                </a:lnTo>
                <a:lnTo>
                  <a:pt x="0" y="1550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1362960" y="5669640"/>
            <a:ext cx="371124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People and security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1362960" y="6285240"/>
            <a:ext cx="3597120" cy="12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Person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Users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Logbook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7288200" y="3283560"/>
            <a:ext cx="371124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Services and reservations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7288200" y="3899160"/>
            <a:ext cx="3597120" cy="84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Services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Reservations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7174440" y="5743440"/>
            <a:ext cx="371124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Financial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7174440" y="6359400"/>
            <a:ext cx="3711240" cy="84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CommonExpense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CommonExpenseDetails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13209480" y="3283560"/>
            <a:ext cx="371124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Inventory</a:t>
            </a:r>
            <a:endParaRPr b="0" sz="24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13209480" y="3899160"/>
            <a:ext cx="3597120" cy="84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8120" lvl="1" marL="51588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2390"/>
              <a:buFont typeface="Arial"/>
              <a:buChar char="•"/>
            </a:pPr>
            <a:r>
              <a:rPr b="0" i="0" lang="en-US" sz="2390" u="none" cap="none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Supplies</a:t>
            </a:r>
            <a:endParaRPr b="0" i="0" sz="239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 rot="-1898400">
            <a:off x="14393520" y="-4548960"/>
            <a:ext cx="8700480" cy="8722440"/>
          </a:xfrm>
          <a:custGeom>
            <a:rect b="b" l="l" r="r" t="t"/>
            <a:pathLst>
              <a:path extrusionOk="0"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13062960" y="2280600"/>
            <a:ext cx="4195800" cy="2076120"/>
          </a:xfrm>
          <a:custGeom>
            <a:rect b="b" l="l" r="r" t="t"/>
            <a:pathLst>
              <a:path extrusionOk="0" h="2076420" w="4196162">
                <a:moveTo>
                  <a:pt x="0" y="0"/>
                </a:moveTo>
                <a:lnTo>
                  <a:pt x="4196162" y="0"/>
                </a:lnTo>
                <a:lnTo>
                  <a:pt x="4196162" y="2076420"/>
                </a:lnTo>
                <a:lnTo>
                  <a:pt x="0" y="2076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1028880" y="2285280"/>
            <a:ext cx="4256280" cy="2124720"/>
          </a:xfrm>
          <a:custGeom>
            <a:rect b="b" l="l" r="r" t="t"/>
            <a:pathLst>
              <a:path extrusionOk="0" h="2125180" w="4256700">
                <a:moveTo>
                  <a:pt x="0" y="0"/>
                </a:moveTo>
                <a:lnTo>
                  <a:pt x="4256700" y="0"/>
                </a:lnTo>
                <a:lnTo>
                  <a:pt x="4256700" y="2125181"/>
                </a:lnTo>
                <a:lnTo>
                  <a:pt x="0" y="21251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1028880" y="4938840"/>
            <a:ext cx="4256280" cy="2361960"/>
          </a:xfrm>
          <a:custGeom>
            <a:rect b="b" l="l" r="r" t="t"/>
            <a:pathLst>
              <a:path extrusionOk="0" h="2362469" w="4256700">
                <a:moveTo>
                  <a:pt x="0" y="0"/>
                </a:moveTo>
                <a:lnTo>
                  <a:pt x="4256700" y="0"/>
                </a:lnTo>
                <a:lnTo>
                  <a:pt x="4256700" y="2362468"/>
                </a:lnTo>
                <a:lnTo>
                  <a:pt x="0" y="236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7202880" y="2280600"/>
            <a:ext cx="3881880" cy="2124720"/>
          </a:xfrm>
          <a:custGeom>
            <a:rect b="b" l="l" r="r" t="t"/>
            <a:pathLst>
              <a:path extrusionOk="0" h="2125180" w="3882254">
                <a:moveTo>
                  <a:pt x="0" y="0"/>
                </a:moveTo>
                <a:lnTo>
                  <a:pt x="3882254" y="0"/>
                </a:lnTo>
                <a:lnTo>
                  <a:pt x="3882254" y="2125180"/>
                </a:lnTo>
                <a:lnTo>
                  <a:pt x="0" y="2125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7202880" y="4938840"/>
            <a:ext cx="3881880" cy="2361960"/>
          </a:xfrm>
          <a:custGeom>
            <a:rect b="b" l="l" r="r" t="t"/>
            <a:pathLst>
              <a:path extrusionOk="0" h="2362469" w="3882254">
                <a:moveTo>
                  <a:pt x="0" y="0"/>
                </a:moveTo>
                <a:lnTo>
                  <a:pt x="3882254" y="0"/>
                </a:lnTo>
                <a:lnTo>
                  <a:pt x="3882254" y="2362468"/>
                </a:lnTo>
                <a:lnTo>
                  <a:pt x="0" y="236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13062960" y="4938840"/>
            <a:ext cx="4199760" cy="2361960"/>
          </a:xfrm>
          <a:custGeom>
            <a:rect b="b" l="l" r="r" t="t"/>
            <a:pathLst>
              <a:path extrusionOk="0" h="2362469" w="4199944">
                <a:moveTo>
                  <a:pt x="0" y="0"/>
                </a:moveTo>
                <a:lnTo>
                  <a:pt x="4199944" y="0"/>
                </a:lnTo>
                <a:lnTo>
                  <a:pt x="4199944" y="2362468"/>
                </a:lnTo>
                <a:lnTo>
                  <a:pt x="0" y="23624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1028880" y="7825320"/>
            <a:ext cx="4256280" cy="2038680"/>
          </a:xfrm>
          <a:custGeom>
            <a:rect b="b" l="l" r="r" t="t"/>
            <a:pathLst>
              <a:path extrusionOk="0" h="2039176" w="4256700">
                <a:moveTo>
                  <a:pt x="0" y="0"/>
                </a:moveTo>
                <a:lnTo>
                  <a:pt x="4256700" y="0"/>
                </a:lnTo>
                <a:lnTo>
                  <a:pt x="4256700" y="2039176"/>
                </a:lnTo>
                <a:lnTo>
                  <a:pt x="0" y="2039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7202880" y="7650720"/>
            <a:ext cx="3881880" cy="2388240"/>
          </a:xfrm>
          <a:custGeom>
            <a:rect b="b" l="l" r="r" t="t"/>
            <a:pathLst>
              <a:path extrusionOk="0" h="2388601" w="3882254">
                <a:moveTo>
                  <a:pt x="0" y="0"/>
                </a:moveTo>
                <a:lnTo>
                  <a:pt x="3882254" y="0"/>
                </a:lnTo>
                <a:lnTo>
                  <a:pt x="3882254" y="2388601"/>
                </a:lnTo>
                <a:lnTo>
                  <a:pt x="0" y="23886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13062960" y="7676640"/>
            <a:ext cx="4199760" cy="2361960"/>
          </a:xfrm>
          <a:custGeom>
            <a:rect b="b" l="l" r="r" t="t"/>
            <a:pathLst>
              <a:path extrusionOk="0" h="2362469" w="4199944">
                <a:moveTo>
                  <a:pt x="0" y="0"/>
                </a:moveTo>
                <a:lnTo>
                  <a:pt x="4199944" y="0"/>
                </a:lnTo>
                <a:lnTo>
                  <a:pt x="4199944" y="2362469"/>
                </a:lnTo>
                <a:lnTo>
                  <a:pt x="0" y="2362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4248720" y="495360"/>
            <a:ext cx="9790200" cy="105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1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10" strike="noStrike">
                <a:solidFill>
                  <a:srgbClr val="F4F6FC"/>
                </a:solidFill>
                <a:latin typeface="Roboto"/>
                <a:ea typeface="Roboto"/>
                <a:cs typeface="Roboto"/>
                <a:sym typeface="Roboto"/>
              </a:rPr>
              <a:t>Technologies used</a:t>
            </a:r>
            <a:endParaRPr b="0" sz="691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3D9"/>
            </a:gs>
            <a:gs pos="25000">
              <a:srgbClr val="5142F0"/>
            </a:gs>
            <a:gs pos="50000">
              <a:srgbClr val="A136FF"/>
            </a:gs>
            <a:gs pos="75000">
              <a:srgbClr val="C900FE"/>
            </a:gs>
            <a:gs pos="100000">
              <a:srgbClr val="F600FE"/>
            </a:gs>
          </a:gsLst>
          <a:lin ang="13500000" scaled="0"/>
        </a:gra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/>
          <p:nvPr/>
        </p:nvSpPr>
        <p:spPr>
          <a:xfrm>
            <a:off x="5936400" y="495360"/>
            <a:ext cx="6843600" cy="105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1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10" strike="noStrike">
                <a:solidFill>
                  <a:srgbClr val="F4F6FC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 b="0" sz="691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6">
            <a:hlinkClick r:id="rId3"/>
          </p:cNvPr>
          <p:cNvSpPr/>
          <p:nvPr/>
        </p:nvSpPr>
        <p:spPr>
          <a:xfrm>
            <a:off x="5652000" y="2050200"/>
            <a:ext cx="6983640" cy="6983640"/>
          </a:xfrm>
          <a:custGeom>
            <a:rect b="b" l="l" r="r" t="t"/>
            <a:pathLst>
              <a:path extrusionOk="0" h="6983992" w="6983992">
                <a:moveTo>
                  <a:pt x="0" y="0"/>
                </a:moveTo>
                <a:lnTo>
                  <a:pt x="6983992" y="0"/>
                </a:lnTo>
                <a:lnTo>
                  <a:pt x="6983992" y="6983992"/>
                </a:lnTo>
                <a:lnTo>
                  <a:pt x="0" y="6983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/>
          <p:nvPr/>
        </p:nvSpPr>
        <p:spPr>
          <a:xfrm rot="-1898400">
            <a:off x="12719520" y="-4023360"/>
            <a:ext cx="8773920" cy="8795880"/>
          </a:xfrm>
          <a:custGeom>
            <a:rect b="b" l="l" r="r" t="t"/>
            <a:pathLst>
              <a:path extrusionOk="0"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17"/>
          <p:cNvGrpSpPr/>
          <p:nvPr/>
        </p:nvGrpSpPr>
        <p:grpSpPr>
          <a:xfrm>
            <a:off x="483480" y="2086920"/>
            <a:ext cx="6217920" cy="6217920"/>
            <a:chOff x="483480" y="2086920"/>
            <a:chExt cx="6217920" cy="6217920"/>
          </a:xfrm>
        </p:grpSpPr>
        <p:sp>
          <p:nvSpPr>
            <p:cNvPr id="206" name="Google Shape;206;p17"/>
            <p:cNvSpPr/>
            <p:nvPr/>
          </p:nvSpPr>
          <p:spPr>
            <a:xfrm>
              <a:off x="483480" y="2086920"/>
              <a:ext cx="6217920" cy="621792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1066320" y="2305440"/>
              <a:ext cx="5051880" cy="54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7"/>
          <p:cNvSpPr/>
          <p:nvPr/>
        </p:nvSpPr>
        <p:spPr>
          <a:xfrm>
            <a:off x="741240" y="2364120"/>
            <a:ext cx="5685480" cy="5688360"/>
          </a:xfrm>
          <a:custGeom>
            <a:rect b="b" l="l" r="r" t="t"/>
            <a:pathLst>
              <a:path extrusionOk="0" h="6493002" w="6489446">
                <a:moveTo>
                  <a:pt x="3244723" y="6493002"/>
                </a:moveTo>
                <a:cubicBezTo>
                  <a:pt x="3221863" y="6493002"/>
                  <a:pt x="3206623" y="6470142"/>
                  <a:pt x="3206623" y="6454902"/>
                </a:cubicBezTo>
                <a:cubicBezTo>
                  <a:pt x="3206623" y="6432042"/>
                  <a:pt x="3221863" y="6416802"/>
                  <a:pt x="3244723" y="6416802"/>
                </a:cubicBezTo>
                <a:cubicBezTo>
                  <a:pt x="3252343" y="6416802"/>
                  <a:pt x="3252343" y="6416802"/>
                  <a:pt x="3252343" y="6416802"/>
                </a:cubicBezTo>
                <a:cubicBezTo>
                  <a:pt x="3275203" y="6416802"/>
                  <a:pt x="3290443" y="6432042"/>
                  <a:pt x="3290443" y="6454902"/>
                </a:cubicBezTo>
                <a:cubicBezTo>
                  <a:pt x="3290443" y="6470142"/>
                  <a:pt x="3275203" y="6493002"/>
                  <a:pt x="3252343" y="6493002"/>
                </a:cubicBezTo>
                <a:cubicBezTo>
                  <a:pt x="3252343" y="6493002"/>
                  <a:pt x="3252343" y="6493002"/>
                  <a:pt x="3244723" y="6493002"/>
                </a:cubicBezTo>
                <a:close/>
                <a:moveTo>
                  <a:pt x="3023870" y="6485382"/>
                </a:moveTo>
                <a:cubicBezTo>
                  <a:pt x="3008630" y="6477762"/>
                  <a:pt x="2993390" y="6462522"/>
                  <a:pt x="2993390" y="6439662"/>
                </a:cubicBezTo>
                <a:cubicBezTo>
                  <a:pt x="2993390" y="6424422"/>
                  <a:pt x="3008630" y="6409182"/>
                  <a:pt x="3031490" y="6409182"/>
                </a:cubicBezTo>
                <a:cubicBezTo>
                  <a:pt x="3054350" y="6409182"/>
                  <a:pt x="3069590" y="6424422"/>
                  <a:pt x="3069590" y="6447282"/>
                </a:cubicBezTo>
                <a:cubicBezTo>
                  <a:pt x="3069590" y="6470142"/>
                  <a:pt x="3046730" y="6485382"/>
                  <a:pt x="3031490" y="6485382"/>
                </a:cubicBezTo>
                <a:cubicBezTo>
                  <a:pt x="3031490" y="6485382"/>
                  <a:pt x="3031490" y="6485382"/>
                  <a:pt x="3023870" y="6485382"/>
                </a:cubicBezTo>
                <a:close/>
                <a:moveTo>
                  <a:pt x="3427603" y="6447282"/>
                </a:moveTo>
                <a:cubicBezTo>
                  <a:pt x="3427603" y="6424422"/>
                  <a:pt x="3442843" y="6409182"/>
                  <a:pt x="3465703" y="6409182"/>
                </a:cubicBezTo>
                <a:cubicBezTo>
                  <a:pt x="3480943" y="6401562"/>
                  <a:pt x="3503803" y="6424422"/>
                  <a:pt x="3503803" y="6439662"/>
                </a:cubicBezTo>
                <a:cubicBezTo>
                  <a:pt x="3503803" y="6462522"/>
                  <a:pt x="3488563" y="6477762"/>
                  <a:pt x="3465703" y="6485382"/>
                </a:cubicBezTo>
                <a:cubicBezTo>
                  <a:pt x="3442843" y="6485382"/>
                  <a:pt x="3427603" y="6470142"/>
                  <a:pt x="3427603" y="6447282"/>
                </a:cubicBezTo>
                <a:close/>
                <a:moveTo>
                  <a:pt x="2810637" y="6462522"/>
                </a:moveTo>
                <a:cubicBezTo>
                  <a:pt x="2787777" y="6454902"/>
                  <a:pt x="2772537" y="6439662"/>
                  <a:pt x="2780157" y="6416802"/>
                </a:cubicBezTo>
                <a:cubicBezTo>
                  <a:pt x="2780157" y="6401562"/>
                  <a:pt x="2803017" y="6386322"/>
                  <a:pt x="2818257" y="6386322"/>
                </a:cubicBezTo>
                <a:cubicBezTo>
                  <a:pt x="2841117" y="6386322"/>
                  <a:pt x="2856357" y="6409182"/>
                  <a:pt x="2856357" y="6432042"/>
                </a:cubicBezTo>
                <a:cubicBezTo>
                  <a:pt x="2848737" y="6447282"/>
                  <a:pt x="2833497" y="6462522"/>
                  <a:pt x="2818257" y="6462522"/>
                </a:cubicBezTo>
                <a:cubicBezTo>
                  <a:pt x="2818257" y="6462522"/>
                  <a:pt x="2810637" y="6462522"/>
                  <a:pt x="2810637" y="6462522"/>
                </a:cubicBezTo>
                <a:close/>
                <a:moveTo>
                  <a:pt x="3640836" y="6424422"/>
                </a:moveTo>
                <a:cubicBezTo>
                  <a:pt x="3640836" y="6409182"/>
                  <a:pt x="3656076" y="6386322"/>
                  <a:pt x="3671316" y="6386322"/>
                </a:cubicBezTo>
                <a:cubicBezTo>
                  <a:pt x="3694176" y="6378702"/>
                  <a:pt x="3709416" y="6393942"/>
                  <a:pt x="3717036" y="6416802"/>
                </a:cubicBezTo>
                <a:cubicBezTo>
                  <a:pt x="3717036" y="6439662"/>
                  <a:pt x="3701796" y="6454902"/>
                  <a:pt x="3686556" y="6462522"/>
                </a:cubicBezTo>
                <a:cubicBezTo>
                  <a:pt x="3678936" y="6462522"/>
                  <a:pt x="3678936" y="6462522"/>
                  <a:pt x="3678936" y="6462522"/>
                </a:cubicBezTo>
                <a:cubicBezTo>
                  <a:pt x="3656076" y="6462522"/>
                  <a:pt x="3640836" y="6447282"/>
                  <a:pt x="3640836" y="6424422"/>
                </a:cubicBezTo>
                <a:close/>
                <a:moveTo>
                  <a:pt x="2597404" y="6424422"/>
                </a:moveTo>
                <a:cubicBezTo>
                  <a:pt x="2574544" y="6424422"/>
                  <a:pt x="2566924" y="6401562"/>
                  <a:pt x="2566924" y="6378702"/>
                </a:cubicBezTo>
                <a:cubicBezTo>
                  <a:pt x="2574544" y="6363462"/>
                  <a:pt x="2589784" y="6348222"/>
                  <a:pt x="2612644" y="6348222"/>
                </a:cubicBezTo>
                <a:cubicBezTo>
                  <a:pt x="2635504" y="6355842"/>
                  <a:pt x="2650744" y="6378702"/>
                  <a:pt x="2643124" y="6393942"/>
                </a:cubicBezTo>
                <a:cubicBezTo>
                  <a:pt x="2635504" y="6416802"/>
                  <a:pt x="2620264" y="6424422"/>
                  <a:pt x="2605024" y="6424422"/>
                </a:cubicBezTo>
                <a:cubicBezTo>
                  <a:pt x="2605024" y="6424422"/>
                  <a:pt x="2597404" y="6424422"/>
                  <a:pt x="2597404" y="6424422"/>
                </a:cubicBezTo>
                <a:close/>
                <a:moveTo>
                  <a:pt x="3854196" y="6393942"/>
                </a:moveTo>
                <a:cubicBezTo>
                  <a:pt x="3846576" y="6371082"/>
                  <a:pt x="3861816" y="6355842"/>
                  <a:pt x="3884676" y="6348222"/>
                </a:cubicBezTo>
                <a:cubicBezTo>
                  <a:pt x="3899916" y="6348222"/>
                  <a:pt x="3922776" y="6355842"/>
                  <a:pt x="3930396" y="6378702"/>
                </a:cubicBezTo>
                <a:cubicBezTo>
                  <a:pt x="3930396" y="6401562"/>
                  <a:pt x="3915156" y="6416802"/>
                  <a:pt x="3899916" y="6424422"/>
                </a:cubicBezTo>
                <a:cubicBezTo>
                  <a:pt x="3892296" y="6424422"/>
                  <a:pt x="3892296" y="6424422"/>
                  <a:pt x="3892296" y="6424422"/>
                </a:cubicBezTo>
                <a:cubicBezTo>
                  <a:pt x="3869436" y="6424422"/>
                  <a:pt x="3854196" y="6409182"/>
                  <a:pt x="3854196" y="6393942"/>
                </a:cubicBezTo>
                <a:close/>
                <a:moveTo>
                  <a:pt x="2384171" y="6378702"/>
                </a:moveTo>
                <a:cubicBezTo>
                  <a:pt x="2368931" y="6371082"/>
                  <a:pt x="2353691" y="6348222"/>
                  <a:pt x="2361311" y="6325362"/>
                </a:cubicBezTo>
                <a:cubicBezTo>
                  <a:pt x="2368931" y="6310122"/>
                  <a:pt x="2384171" y="6294882"/>
                  <a:pt x="2407031" y="6302502"/>
                </a:cubicBezTo>
                <a:cubicBezTo>
                  <a:pt x="2429891" y="6310122"/>
                  <a:pt x="2437511" y="6325362"/>
                  <a:pt x="2437511" y="6348222"/>
                </a:cubicBezTo>
                <a:cubicBezTo>
                  <a:pt x="2429891" y="6363462"/>
                  <a:pt x="2414651" y="6378702"/>
                  <a:pt x="2399411" y="6378702"/>
                </a:cubicBezTo>
                <a:cubicBezTo>
                  <a:pt x="2391791" y="6378702"/>
                  <a:pt x="2391791" y="6378702"/>
                  <a:pt x="2384171" y="6378702"/>
                </a:cubicBezTo>
                <a:close/>
                <a:moveTo>
                  <a:pt x="4059809" y="6348222"/>
                </a:moveTo>
                <a:cubicBezTo>
                  <a:pt x="4052189" y="6325362"/>
                  <a:pt x="4067429" y="6302502"/>
                  <a:pt x="4090289" y="6302502"/>
                </a:cubicBezTo>
                <a:cubicBezTo>
                  <a:pt x="4105529" y="6294882"/>
                  <a:pt x="4128389" y="6302502"/>
                  <a:pt x="4136009" y="6325362"/>
                </a:cubicBezTo>
                <a:cubicBezTo>
                  <a:pt x="4143629" y="6348222"/>
                  <a:pt x="4128389" y="6371082"/>
                  <a:pt x="4105529" y="6371082"/>
                </a:cubicBezTo>
                <a:cubicBezTo>
                  <a:pt x="4105529" y="6371082"/>
                  <a:pt x="4097909" y="6371082"/>
                  <a:pt x="4097909" y="6371082"/>
                </a:cubicBezTo>
                <a:cubicBezTo>
                  <a:pt x="4082669" y="6371082"/>
                  <a:pt x="4067429" y="6363462"/>
                  <a:pt x="4059809" y="6348222"/>
                </a:cubicBezTo>
                <a:close/>
                <a:moveTo>
                  <a:pt x="2178558" y="6310122"/>
                </a:moveTo>
                <a:cubicBezTo>
                  <a:pt x="2163318" y="6302502"/>
                  <a:pt x="2148078" y="6279642"/>
                  <a:pt x="2155698" y="6264402"/>
                </a:cubicBezTo>
                <a:cubicBezTo>
                  <a:pt x="2163318" y="6241542"/>
                  <a:pt x="2186178" y="6233922"/>
                  <a:pt x="2209038" y="6241542"/>
                </a:cubicBezTo>
                <a:cubicBezTo>
                  <a:pt x="2224278" y="6249162"/>
                  <a:pt x="2239518" y="6264402"/>
                  <a:pt x="2231898" y="6287262"/>
                </a:cubicBezTo>
                <a:cubicBezTo>
                  <a:pt x="2224278" y="6302502"/>
                  <a:pt x="2209038" y="6310122"/>
                  <a:pt x="2193798" y="6310122"/>
                </a:cubicBezTo>
                <a:cubicBezTo>
                  <a:pt x="2186178" y="6310122"/>
                  <a:pt x="2186178" y="6310122"/>
                  <a:pt x="2178558" y="6310122"/>
                </a:cubicBezTo>
                <a:close/>
                <a:moveTo>
                  <a:pt x="4265549" y="6287262"/>
                </a:moveTo>
                <a:cubicBezTo>
                  <a:pt x="4257929" y="6264402"/>
                  <a:pt x="4273169" y="6241542"/>
                  <a:pt x="4288409" y="6233922"/>
                </a:cubicBezTo>
                <a:cubicBezTo>
                  <a:pt x="4311269" y="6226302"/>
                  <a:pt x="4334129" y="6241542"/>
                  <a:pt x="4341749" y="6256782"/>
                </a:cubicBezTo>
                <a:cubicBezTo>
                  <a:pt x="4341749" y="6279642"/>
                  <a:pt x="4334129" y="6302502"/>
                  <a:pt x="4311269" y="6310122"/>
                </a:cubicBezTo>
                <a:cubicBezTo>
                  <a:pt x="4311269" y="6310122"/>
                  <a:pt x="4303649" y="6310122"/>
                  <a:pt x="4303649" y="6310122"/>
                </a:cubicBezTo>
                <a:cubicBezTo>
                  <a:pt x="4288409" y="6310122"/>
                  <a:pt x="4273169" y="6302502"/>
                  <a:pt x="4265549" y="6287262"/>
                </a:cubicBezTo>
                <a:close/>
                <a:moveTo>
                  <a:pt x="1980565" y="6233922"/>
                </a:moveTo>
                <a:cubicBezTo>
                  <a:pt x="1957705" y="6226302"/>
                  <a:pt x="1950085" y="6203442"/>
                  <a:pt x="1957705" y="6180582"/>
                </a:cubicBezTo>
                <a:cubicBezTo>
                  <a:pt x="1965325" y="6165342"/>
                  <a:pt x="1988185" y="6157722"/>
                  <a:pt x="2011045" y="6165342"/>
                </a:cubicBezTo>
                <a:cubicBezTo>
                  <a:pt x="2026285" y="6172962"/>
                  <a:pt x="2033905" y="6195822"/>
                  <a:pt x="2026285" y="6211062"/>
                </a:cubicBezTo>
                <a:cubicBezTo>
                  <a:pt x="2018665" y="6226302"/>
                  <a:pt x="2011045" y="6233922"/>
                  <a:pt x="1995805" y="6233922"/>
                </a:cubicBezTo>
                <a:cubicBezTo>
                  <a:pt x="1988185" y="6233922"/>
                  <a:pt x="1980565" y="6233922"/>
                  <a:pt x="1980565" y="6233922"/>
                </a:cubicBezTo>
                <a:close/>
                <a:moveTo>
                  <a:pt x="4463542" y="6211062"/>
                </a:moveTo>
                <a:cubicBezTo>
                  <a:pt x="4455922" y="6188202"/>
                  <a:pt x="4463542" y="6165342"/>
                  <a:pt x="4486402" y="6157722"/>
                </a:cubicBezTo>
                <a:cubicBezTo>
                  <a:pt x="4509262" y="6150102"/>
                  <a:pt x="4524502" y="6157722"/>
                  <a:pt x="4539742" y="6180582"/>
                </a:cubicBezTo>
                <a:cubicBezTo>
                  <a:pt x="4547362" y="6195822"/>
                  <a:pt x="4532122" y="6218682"/>
                  <a:pt x="4516882" y="6226302"/>
                </a:cubicBezTo>
                <a:cubicBezTo>
                  <a:pt x="4509262" y="6233922"/>
                  <a:pt x="4509262" y="6233922"/>
                  <a:pt x="4501642" y="6233922"/>
                </a:cubicBezTo>
                <a:cubicBezTo>
                  <a:pt x="4486402" y="6233922"/>
                  <a:pt x="4471162" y="6226302"/>
                  <a:pt x="4463542" y="6211062"/>
                </a:cubicBezTo>
                <a:close/>
                <a:moveTo>
                  <a:pt x="1782445" y="6142482"/>
                </a:moveTo>
                <a:cubicBezTo>
                  <a:pt x="1759585" y="6134862"/>
                  <a:pt x="1751965" y="6112002"/>
                  <a:pt x="1767205" y="6089142"/>
                </a:cubicBezTo>
                <a:cubicBezTo>
                  <a:pt x="1774825" y="6073902"/>
                  <a:pt x="1797685" y="6066282"/>
                  <a:pt x="1812925" y="6073902"/>
                </a:cubicBezTo>
                <a:cubicBezTo>
                  <a:pt x="1835785" y="6081522"/>
                  <a:pt x="1843405" y="6104382"/>
                  <a:pt x="1835785" y="6127242"/>
                </a:cubicBezTo>
                <a:cubicBezTo>
                  <a:pt x="1828165" y="6134862"/>
                  <a:pt x="1812925" y="6142482"/>
                  <a:pt x="1797685" y="6142482"/>
                </a:cubicBezTo>
                <a:cubicBezTo>
                  <a:pt x="1790065" y="6142482"/>
                  <a:pt x="1790065" y="6142482"/>
                  <a:pt x="1782445" y="6142482"/>
                </a:cubicBezTo>
                <a:close/>
                <a:moveTo>
                  <a:pt x="4661535" y="6119622"/>
                </a:moveTo>
                <a:cubicBezTo>
                  <a:pt x="4653915" y="6104382"/>
                  <a:pt x="4661535" y="6081522"/>
                  <a:pt x="4676775" y="6073902"/>
                </a:cubicBezTo>
                <a:cubicBezTo>
                  <a:pt x="4699635" y="6058662"/>
                  <a:pt x="4722495" y="6066282"/>
                  <a:pt x="4730115" y="6089142"/>
                </a:cubicBezTo>
                <a:cubicBezTo>
                  <a:pt x="4737735" y="6104382"/>
                  <a:pt x="4730115" y="6127242"/>
                  <a:pt x="4714875" y="6134862"/>
                </a:cubicBezTo>
                <a:cubicBezTo>
                  <a:pt x="4707255" y="6142482"/>
                  <a:pt x="4699635" y="6142482"/>
                  <a:pt x="4692015" y="6142482"/>
                </a:cubicBezTo>
                <a:cubicBezTo>
                  <a:pt x="4684395" y="6142482"/>
                  <a:pt x="4669155" y="6134862"/>
                  <a:pt x="4661535" y="6119622"/>
                </a:cubicBezTo>
                <a:close/>
                <a:moveTo>
                  <a:pt x="1592072" y="6035802"/>
                </a:moveTo>
                <a:cubicBezTo>
                  <a:pt x="1576832" y="6028182"/>
                  <a:pt x="1569212" y="6005322"/>
                  <a:pt x="1576832" y="5982462"/>
                </a:cubicBezTo>
                <a:cubicBezTo>
                  <a:pt x="1592072" y="5967222"/>
                  <a:pt x="1614932" y="5959602"/>
                  <a:pt x="1630172" y="5974842"/>
                </a:cubicBezTo>
                <a:cubicBezTo>
                  <a:pt x="1645412" y="5982462"/>
                  <a:pt x="1653032" y="6005322"/>
                  <a:pt x="1645412" y="6020562"/>
                </a:cubicBezTo>
                <a:cubicBezTo>
                  <a:pt x="1637792" y="6035802"/>
                  <a:pt x="1622552" y="6043422"/>
                  <a:pt x="1607312" y="6043422"/>
                </a:cubicBezTo>
                <a:cubicBezTo>
                  <a:pt x="1607312" y="6043422"/>
                  <a:pt x="1599692" y="6043422"/>
                  <a:pt x="1592072" y="6035802"/>
                </a:cubicBezTo>
                <a:close/>
                <a:moveTo>
                  <a:pt x="4852035" y="6020562"/>
                </a:moveTo>
                <a:cubicBezTo>
                  <a:pt x="4836795" y="6005322"/>
                  <a:pt x="4844415" y="5982462"/>
                  <a:pt x="4859655" y="5967222"/>
                </a:cubicBezTo>
                <a:cubicBezTo>
                  <a:pt x="4882515" y="5959602"/>
                  <a:pt x="4905375" y="5959602"/>
                  <a:pt x="4912995" y="5982462"/>
                </a:cubicBezTo>
                <a:cubicBezTo>
                  <a:pt x="4928235" y="5997702"/>
                  <a:pt x="4920615" y="6020562"/>
                  <a:pt x="4905375" y="6035802"/>
                </a:cubicBezTo>
                <a:cubicBezTo>
                  <a:pt x="4897755" y="6035802"/>
                  <a:pt x="4890135" y="6035802"/>
                  <a:pt x="4882515" y="6035802"/>
                </a:cubicBezTo>
                <a:cubicBezTo>
                  <a:pt x="4867275" y="6035802"/>
                  <a:pt x="4859655" y="6035802"/>
                  <a:pt x="4852035" y="6020562"/>
                </a:cubicBezTo>
                <a:close/>
                <a:moveTo>
                  <a:pt x="1409319" y="5921502"/>
                </a:moveTo>
                <a:cubicBezTo>
                  <a:pt x="1394079" y="5906262"/>
                  <a:pt x="1386459" y="5883402"/>
                  <a:pt x="1401699" y="5868162"/>
                </a:cubicBezTo>
                <a:cubicBezTo>
                  <a:pt x="1409319" y="5852922"/>
                  <a:pt x="1432179" y="5845302"/>
                  <a:pt x="1455039" y="5860542"/>
                </a:cubicBezTo>
                <a:cubicBezTo>
                  <a:pt x="1470279" y="5868162"/>
                  <a:pt x="1470279" y="5891022"/>
                  <a:pt x="1462659" y="5906262"/>
                </a:cubicBezTo>
                <a:cubicBezTo>
                  <a:pt x="1455039" y="5921502"/>
                  <a:pt x="1439799" y="5929122"/>
                  <a:pt x="1432179" y="5929122"/>
                </a:cubicBezTo>
                <a:cubicBezTo>
                  <a:pt x="1424559" y="5929122"/>
                  <a:pt x="1416939" y="5921502"/>
                  <a:pt x="1409319" y="5921502"/>
                </a:cubicBezTo>
                <a:close/>
                <a:moveTo>
                  <a:pt x="5034788" y="5906262"/>
                </a:moveTo>
                <a:cubicBezTo>
                  <a:pt x="5019548" y="5891022"/>
                  <a:pt x="5027168" y="5868162"/>
                  <a:pt x="5042408" y="5852922"/>
                </a:cubicBezTo>
                <a:cubicBezTo>
                  <a:pt x="5057648" y="5845302"/>
                  <a:pt x="5080508" y="5845302"/>
                  <a:pt x="5095748" y="5860542"/>
                </a:cubicBezTo>
                <a:cubicBezTo>
                  <a:pt x="5103368" y="5883402"/>
                  <a:pt x="5103368" y="5906262"/>
                  <a:pt x="5080508" y="5913882"/>
                </a:cubicBezTo>
                <a:cubicBezTo>
                  <a:pt x="5080508" y="5921502"/>
                  <a:pt x="5072888" y="5921502"/>
                  <a:pt x="5065268" y="5921502"/>
                </a:cubicBezTo>
                <a:cubicBezTo>
                  <a:pt x="5050028" y="5921502"/>
                  <a:pt x="5034788" y="5913882"/>
                  <a:pt x="5034788" y="5906262"/>
                </a:cubicBezTo>
                <a:close/>
                <a:moveTo>
                  <a:pt x="1234059" y="5791962"/>
                </a:moveTo>
                <a:cubicBezTo>
                  <a:pt x="1218819" y="5776722"/>
                  <a:pt x="1211199" y="5753862"/>
                  <a:pt x="1226439" y="5738622"/>
                </a:cubicBezTo>
                <a:cubicBezTo>
                  <a:pt x="1241679" y="5723382"/>
                  <a:pt x="1264539" y="5715762"/>
                  <a:pt x="1279779" y="5731002"/>
                </a:cubicBezTo>
                <a:cubicBezTo>
                  <a:pt x="1295019" y="5746242"/>
                  <a:pt x="1302639" y="5769102"/>
                  <a:pt x="1287399" y="5784342"/>
                </a:cubicBezTo>
                <a:cubicBezTo>
                  <a:pt x="1279779" y="5791962"/>
                  <a:pt x="1272159" y="5799582"/>
                  <a:pt x="1256919" y="5799582"/>
                </a:cubicBezTo>
                <a:cubicBezTo>
                  <a:pt x="1249299" y="5799582"/>
                  <a:pt x="1241679" y="5799582"/>
                  <a:pt x="1234059" y="5791962"/>
                </a:cubicBezTo>
                <a:close/>
                <a:moveTo>
                  <a:pt x="5202301" y="5784342"/>
                </a:moveTo>
                <a:cubicBezTo>
                  <a:pt x="5194681" y="5761482"/>
                  <a:pt x="5194681" y="5738622"/>
                  <a:pt x="5209921" y="5731002"/>
                </a:cubicBezTo>
                <a:cubicBezTo>
                  <a:pt x="5225161" y="5715762"/>
                  <a:pt x="5248021" y="5715762"/>
                  <a:pt x="5263261" y="5731002"/>
                </a:cubicBezTo>
                <a:cubicBezTo>
                  <a:pt x="5278501" y="5753862"/>
                  <a:pt x="5270881" y="5776722"/>
                  <a:pt x="5255641" y="5784342"/>
                </a:cubicBezTo>
                <a:cubicBezTo>
                  <a:pt x="5248021" y="5791962"/>
                  <a:pt x="5240401" y="5791962"/>
                  <a:pt x="5232781" y="5791962"/>
                </a:cubicBezTo>
                <a:cubicBezTo>
                  <a:pt x="5225161" y="5791962"/>
                  <a:pt x="5209921" y="5791962"/>
                  <a:pt x="5202301" y="5784342"/>
                </a:cubicBezTo>
                <a:close/>
                <a:moveTo>
                  <a:pt x="1066292" y="5647055"/>
                </a:moveTo>
                <a:cubicBezTo>
                  <a:pt x="1051052" y="5639435"/>
                  <a:pt x="1051052" y="5608955"/>
                  <a:pt x="1066292" y="5593715"/>
                </a:cubicBezTo>
                <a:cubicBezTo>
                  <a:pt x="1081532" y="5578475"/>
                  <a:pt x="1104392" y="5578475"/>
                  <a:pt x="1119632" y="5593715"/>
                </a:cubicBezTo>
                <a:cubicBezTo>
                  <a:pt x="1134872" y="5608955"/>
                  <a:pt x="1134872" y="5631815"/>
                  <a:pt x="1119632" y="5647055"/>
                </a:cubicBezTo>
                <a:cubicBezTo>
                  <a:pt x="1112012" y="5654675"/>
                  <a:pt x="1104392" y="5662295"/>
                  <a:pt x="1096772" y="5662295"/>
                </a:cubicBezTo>
                <a:cubicBezTo>
                  <a:pt x="1081532" y="5662295"/>
                  <a:pt x="1073912" y="5654675"/>
                  <a:pt x="1066292" y="5647055"/>
                </a:cubicBezTo>
                <a:close/>
                <a:moveTo>
                  <a:pt x="5369687" y="5647055"/>
                </a:moveTo>
                <a:cubicBezTo>
                  <a:pt x="5354447" y="5631815"/>
                  <a:pt x="5354447" y="5601335"/>
                  <a:pt x="5369687" y="5593715"/>
                </a:cubicBezTo>
                <a:cubicBezTo>
                  <a:pt x="5384927" y="5578475"/>
                  <a:pt x="5407787" y="5578475"/>
                  <a:pt x="5423027" y="5593715"/>
                </a:cubicBezTo>
                <a:cubicBezTo>
                  <a:pt x="5438267" y="5608955"/>
                  <a:pt x="5438267" y="5631815"/>
                  <a:pt x="5423027" y="5647055"/>
                </a:cubicBezTo>
                <a:cubicBezTo>
                  <a:pt x="5415407" y="5654675"/>
                  <a:pt x="5407787" y="5654675"/>
                  <a:pt x="5400167" y="5654675"/>
                </a:cubicBezTo>
                <a:cubicBezTo>
                  <a:pt x="5384927" y="5654675"/>
                  <a:pt x="5377307" y="5654675"/>
                  <a:pt x="5369687" y="5647055"/>
                </a:cubicBezTo>
                <a:close/>
                <a:moveTo>
                  <a:pt x="914019" y="5502275"/>
                </a:moveTo>
                <a:cubicBezTo>
                  <a:pt x="898779" y="5487035"/>
                  <a:pt x="898779" y="5464175"/>
                  <a:pt x="914019" y="5448935"/>
                </a:cubicBezTo>
                <a:cubicBezTo>
                  <a:pt x="929259" y="5433695"/>
                  <a:pt x="952119" y="5433695"/>
                  <a:pt x="967359" y="5448935"/>
                </a:cubicBezTo>
                <a:cubicBezTo>
                  <a:pt x="982599" y="5464175"/>
                  <a:pt x="982599" y="5487035"/>
                  <a:pt x="967359" y="5502275"/>
                </a:cubicBezTo>
                <a:cubicBezTo>
                  <a:pt x="959739" y="5509895"/>
                  <a:pt x="952119" y="5509895"/>
                  <a:pt x="936879" y="5509895"/>
                </a:cubicBezTo>
                <a:cubicBezTo>
                  <a:pt x="929259" y="5509895"/>
                  <a:pt x="921639" y="5509895"/>
                  <a:pt x="914019" y="5502275"/>
                </a:cubicBezTo>
                <a:close/>
                <a:moveTo>
                  <a:pt x="5522087" y="5494655"/>
                </a:moveTo>
                <a:cubicBezTo>
                  <a:pt x="5506847" y="5479415"/>
                  <a:pt x="5506847" y="5456555"/>
                  <a:pt x="5522087" y="5441315"/>
                </a:cubicBezTo>
                <a:cubicBezTo>
                  <a:pt x="5537327" y="5426075"/>
                  <a:pt x="5560187" y="5426075"/>
                  <a:pt x="5575427" y="5441315"/>
                </a:cubicBezTo>
                <a:cubicBezTo>
                  <a:pt x="5590667" y="5456555"/>
                  <a:pt x="5590667" y="5479415"/>
                  <a:pt x="5575427" y="5494655"/>
                </a:cubicBezTo>
                <a:cubicBezTo>
                  <a:pt x="5567807" y="5502275"/>
                  <a:pt x="5560187" y="5509895"/>
                  <a:pt x="5552567" y="5509895"/>
                </a:cubicBezTo>
                <a:cubicBezTo>
                  <a:pt x="5544947" y="5509895"/>
                  <a:pt x="5529707" y="5502275"/>
                  <a:pt x="5522087" y="5494655"/>
                </a:cubicBezTo>
                <a:close/>
                <a:moveTo>
                  <a:pt x="769366" y="5342255"/>
                </a:moveTo>
                <a:cubicBezTo>
                  <a:pt x="754126" y="5319395"/>
                  <a:pt x="754126" y="5296535"/>
                  <a:pt x="769366" y="5288915"/>
                </a:cubicBezTo>
                <a:cubicBezTo>
                  <a:pt x="784606" y="5273675"/>
                  <a:pt x="815086" y="5273675"/>
                  <a:pt x="822706" y="5288915"/>
                </a:cubicBezTo>
                <a:cubicBezTo>
                  <a:pt x="837946" y="5304155"/>
                  <a:pt x="837946" y="5327015"/>
                  <a:pt x="822706" y="5342255"/>
                </a:cubicBezTo>
                <a:cubicBezTo>
                  <a:pt x="815086" y="5349875"/>
                  <a:pt x="807466" y="5349875"/>
                  <a:pt x="799846" y="5349875"/>
                </a:cubicBezTo>
                <a:cubicBezTo>
                  <a:pt x="784606" y="5349875"/>
                  <a:pt x="776986" y="5349875"/>
                  <a:pt x="769366" y="5342255"/>
                </a:cubicBezTo>
                <a:close/>
                <a:moveTo>
                  <a:pt x="5666867" y="5342255"/>
                </a:moveTo>
                <a:cubicBezTo>
                  <a:pt x="5651627" y="5327015"/>
                  <a:pt x="5651627" y="5304155"/>
                  <a:pt x="5666867" y="5288915"/>
                </a:cubicBezTo>
                <a:cubicBezTo>
                  <a:pt x="5682107" y="5266055"/>
                  <a:pt x="5704967" y="5266055"/>
                  <a:pt x="5720207" y="5281295"/>
                </a:cubicBezTo>
                <a:cubicBezTo>
                  <a:pt x="5735447" y="5296535"/>
                  <a:pt x="5735447" y="5319395"/>
                  <a:pt x="5720207" y="5334635"/>
                </a:cubicBezTo>
                <a:cubicBezTo>
                  <a:pt x="5712587" y="5342255"/>
                  <a:pt x="5704967" y="5349875"/>
                  <a:pt x="5697347" y="5349875"/>
                </a:cubicBezTo>
                <a:cubicBezTo>
                  <a:pt x="5682107" y="5349875"/>
                  <a:pt x="5674487" y="5342255"/>
                  <a:pt x="5666867" y="5342255"/>
                </a:cubicBezTo>
                <a:close/>
                <a:moveTo>
                  <a:pt x="632206" y="5166995"/>
                </a:moveTo>
                <a:cubicBezTo>
                  <a:pt x="616966" y="5151755"/>
                  <a:pt x="624586" y="5128895"/>
                  <a:pt x="639826" y="5113655"/>
                </a:cubicBezTo>
                <a:cubicBezTo>
                  <a:pt x="655066" y="5106035"/>
                  <a:pt x="685546" y="5106035"/>
                  <a:pt x="693166" y="5121275"/>
                </a:cubicBezTo>
                <a:cubicBezTo>
                  <a:pt x="708406" y="5144135"/>
                  <a:pt x="700786" y="5166995"/>
                  <a:pt x="685546" y="5174615"/>
                </a:cubicBezTo>
                <a:cubicBezTo>
                  <a:pt x="677926" y="5182235"/>
                  <a:pt x="670306" y="5182235"/>
                  <a:pt x="662686" y="5182235"/>
                </a:cubicBezTo>
                <a:cubicBezTo>
                  <a:pt x="655066" y="5182235"/>
                  <a:pt x="639826" y="5182235"/>
                  <a:pt x="632206" y="5166995"/>
                </a:cubicBezTo>
                <a:close/>
                <a:moveTo>
                  <a:pt x="5803900" y="5174615"/>
                </a:moveTo>
                <a:cubicBezTo>
                  <a:pt x="5788660" y="5159375"/>
                  <a:pt x="5781040" y="5136515"/>
                  <a:pt x="5796280" y="5121275"/>
                </a:cubicBezTo>
                <a:cubicBezTo>
                  <a:pt x="5811520" y="5106035"/>
                  <a:pt x="5834380" y="5098415"/>
                  <a:pt x="5849620" y="5113655"/>
                </a:cubicBezTo>
                <a:cubicBezTo>
                  <a:pt x="5864860" y="5121275"/>
                  <a:pt x="5872480" y="5144135"/>
                  <a:pt x="5857240" y="5166995"/>
                </a:cubicBezTo>
                <a:cubicBezTo>
                  <a:pt x="5849620" y="5174615"/>
                  <a:pt x="5842000" y="5182235"/>
                  <a:pt x="5826760" y="5182235"/>
                </a:cubicBezTo>
                <a:cubicBezTo>
                  <a:pt x="5819140" y="5182235"/>
                  <a:pt x="5811520" y="5174615"/>
                  <a:pt x="5803900" y="5174615"/>
                </a:cubicBezTo>
                <a:close/>
                <a:moveTo>
                  <a:pt x="510286" y="4991608"/>
                </a:moveTo>
                <a:cubicBezTo>
                  <a:pt x="495046" y="4976368"/>
                  <a:pt x="502666" y="4945888"/>
                  <a:pt x="517906" y="4938268"/>
                </a:cubicBezTo>
                <a:cubicBezTo>
                  <a:pt x="540766" y="4923028"/>
                  <a:pt x="563626" y="4930648"/>
                  <a:pt x="571246" y="4945888"/>
                </a:cubicBezTo>
                <a:cubicBezTo>
                  <a:pt x="586486" y="4968748"/>
                  <a:pt x="578866" y="4991608"/>
                  <a:pt x="563626" y="4999228"/>
                </a:cubicBezTo>
                <a:cubicBezTo>
                  <a:pt x="556006" y="5006848"/>
                  <a:pt x="548386" y="5006848"/>
                  <a:pt x="540766" y="5006848"/>
                </a:cubicBezTo>
                <a:cubicBezTo>
                  <a:pt x="533146" y="5006848"/>
                  <a:pt x="517906" y="4999228"/>
                  <a:pt x="510286" y="4991608"/>
                </a:cubicBezTo>
                <a:close/>
                <a:moveTo>
                  <a:pt x="5925693" y="4999228"/>
                </a:moveTo>
                <a:cubicBezTo>
                  <a:pt x="5910453" y="4983988"/>
                  <a:pt x="5902833" y="4961128"/>
                  <a:pt x="5918073" y="4945888"/>
                </a:cubicBezTo>
                <a:cubicBezTo>
                  <a:pt x="5925693" y="4923028"/>
                  <a:pt x="5948553" y="4923028"/>
                  <a:pt x="5971413" y="4930648"/>
                </a:cubicBezTo>
                <a:cubicBezTo>
                  <a:pt x="5986653" y="4945888"/>
                  <a:pt x="5994273" y="4968748"/>
                  <a:pt x="5979033" y="4983988"/>
                </a:cubicBezTo>
                <a:cubicBezTo>
                  <a:pt x="5971413" y="4999228"/>
                  <a:pt x="5963793" y="5006848"/>
                  <a:pt x="5948553" y="5006848"/>
                </a:cubicBezTo>
                <a:cubicBezTo>
                  <a:pt x="5940933" y="5006848"/>
                  <a:pt x="5933313" y="4999228"/>
                  <a:pt x="5925693" y="4999228"/>
                </a:cubicBezTo>
                <a:close/>
                <a:moveTo>
                  <a:pt x="396113" y="4801108"/>
                </a:moveTo>
                <a:cubicBezTo>
                  <a:pt x="388493" y="4785868"/>
                  <a:pt x="396113" y="4763008"/>
                  <a:pt x="411353" y="4755388"/>
                </a:cubicBezTo>
                <a:cubicBezTo>
                  <a:pt x="434213" y="4740148"/>
                  <a:pt x="457073" y="4747768"/>
                  <a:pt x="464693" y="4770628"/>
                </a:cubicBezTo>
                <a:cubicBezTo>
                  <a:pt x="479933" y="4785868"/>
                  <a:pt x="472313" y="4808728"/>
                  <a:pt x="449453" y="4816348"/>
                </a:cubicBezTo>
                <a:cubicBezTo>
                  <a:pt x="441833" y="4823968"/>
                  <a:pt x="441833" y="4823968"/>
                  <a:pt x="434213" y="4823968"/>
                </a:cubicBezTo>
                <a:cubicBezTo>
                  <a:pt x="418973" y="4823968"/>
                  <a:pt x="403733" y="4816348"/>
                  <a:pt x="396113" y="4801108"/>
                </a:cubicBezTo>
                <a:close/>
                <a:moveTo>
                  <a:pt x="6039993" y="4816348"/>
                </a:moveTo>
                <a:cubicBezTo>
                  <a:pt x="6017133" y="4801108"/>
                  <a:pt x="6017133" y="4778248"/>
                  <a:pt x="6024753" y="4763008"/>
                </a:cubicBezTo>
                <a:cubicBezTo>
                  <a:pt x="6032373" y="4740148"/>
                  <a:pt x="6055233" y="4740148"/>
                  <a:pt x="6078093" y="4747768"/>
                </a:cubicBezTo>
                <a:cubicBezTo>
                  <a:pt x="6093333" y="4755388"/>
                  <a:pt x="6100953" y="4778248"/>
                  <a:pt x="6093333" y="4801108"/>
                </a:cubicBezTo>
                <a:cubicBezTo>
                  <a:pt x="6085713" y="4808728"/>
                  <a:pt x="6070473" y="4816348"/>
                  <a:pt x="6055233" y="4816348"/>
                </a:cubicBezTo>
                <a:cubicBezTo>
                  <a:pt x="6047613" y="4816348"/>
                  <a:pt x="6047613" y="4816348"/>
                  <a:pt x="6039993" y="4816348"/>
                </a:cubicBezTo>
                <a:close/>
                <a:moveTo>
                  <a:pt x="304673" y="4610608"/>
                </a:moveTo>
                <a:cubicBezTo>
                  <a:pt x="289433" y="4595368"/>
                  <a:pt x="297053" y="4572508"/>
                  <a:pt x="319913" y="4557268"/>
                </a:cubicBezTo>
                <a:cubicBezTo>
                  <a:pt x="342773" y="4549648"/>
                  <a:pt x="358013" y="4557268"/>
                  <a:pt x="373253" y="4580128"/>
                </a:cubicBezTo>
                <a:cubicBezTo>
                  <a:pt x="380873" y="4595368"/>
                  <a:pt x="373253" y="4618228"/>
                  <a:pt x="350393" y="4625848"/>
                </a:cubicBezTo>
                <a:cubicBezTo>
                  <a:pt x="350393" y="4633468"/>
                  <a:pt x="342773" y="4633468"/>
                  <a:pt x="335153" y="4633468"/>
                </a:cubicBezTo>
                <a:cubicBezTo>
                  <a:pt x="319913" y="4633468"/>
                  <a:pt x="304673" y="4625848"/>
                  <a:pt x="304673" y="4610608"/>
                </a:cubicBezTo>
                <a:close/>
                <a:moveTo>
                  <a:pt x="6139053" y="4625848"/>
                </a:moveTo>
                <a:cubicBezTo>
                  <a:pt x="6116193" y="4618228"/>
                  <a:pt x="6108573" y="4595368"/>
                  <a:pt x="6116193" y="4572508"/>
                </a:cubicBezTo>
                <a:cubicBezTo>
                  <a:pt x="6131433" y="4557268"/>
                  <a:pt x="6154293" y="4542028"/>
                  <a:pt x="6169533" y="4557268"/>
                </a:cubicBezTo>
                <a:cubicBezTo>
                  <a:pt x="6192393" y="4564888"/>
                  <a:pt x="6200013" y="4587748"/>
                  <a:pt x="6192393" y="4602988"/>
                </a:cubicBezTo>
                <a:cubicBezTo>
                  <a:pt x="6184773" y="4618228"/>
                  <a:pt x="6169533" y="4625848"/>
                  <a:pt x="6154293" y="4625848"/>
                </a:cubicBezTo>
                <a:cubicBezTo>
                  <a:pt x="6146673" y="4625848"/>
                  <a:pt x="6146673" y="4625848"/>
                  <a:pt x="6139053" y="4625848"/>
                </a:cubicBezTo>
                <a:close/>
                <a:moveTo>
                  <a:pt x="213233" y="4412488"/>
                </a:moveTo>
                <a:cubicBezTo>
                  <a:pt x="205613" y="4389628"/>
                  <a:pt x="220853" y="4366768"/>
                  <a:pt x="236093" y="4359148"/>
                </a:cubicBezTo>
                <a:cubicBezTo>
                  <a:pt x="258953" y="4351528"/>
                  <a:pt x="281813" y="4366768"/>
                  <a:pt x="289433" y="4382008"/>
                </a:cubicBezTo>
                <a:cubicBezTo>
                  <a:pt x="297053" y="4404868"/>
                  <a:pt x="281813" y="4427728"/>
                  <a:pt x="266573" y="4435348"/>
                </a:cubicBezTo>
                <a:cubicBezTo>
                  <a:pt x="258953" y="4435348"/>
                  <a:pt x="258953" y="4435348"/>
                  <a:pt x="251333" y="4435348"/>
                </a:cubicBezTo>
                <a:cubicBezTo>
                  <a:pt x="236093" y="4435348"/>
                  <a:pt x="220853" y="4427728"/>
                  <a:pt x="213233" y="4412488"/>
                </a:cubicBezTo>
                <a:close/>
                <a:moveTo>
                  <a:pt x="6222746" y="4427728"/>
                </a:moveTo>
                <a:cubicBezTo>
                  <a:pt x="6207506" y="4420108"/>
                  <a:pt x="6192266" y="4397248"/>
                  <a:pt x="6199886" y="4374388"/>
                </a:cubicBezTo>
                <a:cubicBezTo>
                  <a:pt x="6207506" y="4359148"/>
                  <a:pt x="6230366" y="4351528"/>
                  <a:pt x="6253226" y="4359148"/>
                </a:cubicBezTo>
                <a:cubicBezTo>
                  <a:pt x="6268466" y="4366768"/>
                  <a:pt x="6283706" y="4382008"/>
                  <a:pt x="6276086" y="4404868"/>
                </a:cubicBezTo>
                <a:cubicBezTo>
                  <a:pt x="6268466" y="4420108"/>
                  <a:pt x="6253226" y="4427728"/>
                  <a:pt x="6237986" y="4427728"/>
                </a:cubicBezTo>
                <a:cubicBezTo>
                  <a:pt x="6230366" y="4427728"/>
                  <a:pt x="6230366" y="4427728"/>
                  <a:pt x="6222746" y="4427728"/>
                </a:cubicBezTo>
                <a:close/>
                <a:moveTo>
                  <a:pt x="144653" y="4206748"/>
                </a:moveTo>
                <a:cubicBezTo>
                  <a:pt x="137033" y="4183888"/>
                  <a:pt x="152273" y="4168648"/>
                  <a:pt x="167513" y="4161028"/>
                </a:cubicBezTo>
                <a:cubicBezTo>
                  <a:pt x="190373" y="4153408"/>
                  <a:pt x="213233" y="4161028"/>
                  <a:pt x="220853" y="4183888"/>
                </a:cubicBezTo>
                <a:cubicBezTo>
                  <a:pt x="220853" y="4206748"/>
                  <a:pt x="213233" y="4229608"/>
                  <a:pt x="190373" y="4229608"/>
                </a:cubicBezTo>
                <a:cubicBezTo>
                  <a:pt x="190373" y="4237228"/>
                  <a:pt x="182753" y="4237228"/>
                  <a:pt x="182753" y="4237228"/>
                </a:cubicBezTo>
                <a:cubicBezTo>
                  <a:pt x="167513" y="4237228"/>
                  <a:pt x="152273" y="4221988"/>
                  <a:pt x="144653" y="4206748"/>
                </a:cubicBezTo>
                <a:close/>
                <a:moveTo>
                  <a:pt x="6298819" y="4221988"/>
                </a:moveTo>
                <a:cubicBezTo>
                  <a:pt x="6275959" y="4221988"/>
                  <a:pt x="6268339" y="4199128"/>
                  <a:pt x="6268339" y="4176268"/>
                </a:cubicBezTo>
                <a:cubicBezTo>
                  <a:pt x="6275959" y="4161028"/>
                  <a:pt x="6298819" y="4145788"/>
                  <a:pt x="6321679" y="4153408"/>
                </a:cubicBezTo>
                <a:cubicBezTo>
                  <a:pt x="6336919" y="4161028"/>
                  <a:pt x="6352159" y="4176268"/>
                  <a:pt x="6344539" y="4199128"/>
                </a:cubicBezTo>
                <a:cubicBezTo>
                  <a:pt x="6336919" y="4214368"/>
                  <a:pt x="6321679" y="4229608"/>
                  <a:pt x="6306439" y="4229608"/>
                </a:cubicBezTo>
                <a:cubicBezTo>
                  <a:pt x="6306439" y="4229608"/>
                  <a:pt x="6298819" y="4229608"/>
                  <a:pt x="6298819" y="4221988"/>
                </a:cubicBezTo>
                <a:close/>
                <a:moveTo>
                  <a:pt x="91440" y="4000881"/>
                </a:moveTo>
                <a:cubicBezTo>
                  <a:pt x="83820" y="3978021"/>
                  <a:pt x="99060" y="3955161"/>
                  <a:pt x="114300" y="3955161"/>
                </a:cubicBezTo>
                <a:cubicBezTo>
                  <a:pt x="137160" y="3947541"/>
                  <a:pt x="160020" y="3962781"/>
                  <a:pt x="160020" y="3978021"/>
                </a:cubicBezTo>
                <a:cubicBezTo>
                  <a:pt x="167640" y="4000881"/>
                  <a:pt x="152400" y="4023741"/>
                  <a:pt x="137160" y="4023741"/>
                </a:cubicBezTo>
                <a:cubicBezTo>
                  <a:pt x="129540" y="4023741"/>
                  <a:pt x="129540" y="4023741"/>
                  <a:pt x="121920" y="4023741"/>
                </a:cubicBezTo>
                <a:cubicBezTo>
                  <a:pt x="106680" y="4023741"/>
                  <a:pt x="91440" y="4016121"/>
                  <a:pt x="91440" y="4000881"/>
                </a:cubicBezTo>
                <a:close/>
                <a:moveTo>
                  <a:pt x="6352286" y="4016121"/>
                </a:moveTo>
                <a:cubicBezTo>
                  <a:pt x="6337046" y="4016121"/>
                  <a:pt x="6321806" y="3993261"/>
                  <a:pt x="6329426" y="3970401"/>
                </a:cubicBezTo>
                <a:cubicBezTo>
                  <a:pt x="6329426" y="3955161"/>
                  <a:pt x="6352286" y="3939921"/>
                  <a:pt x="6375146" y="3947541"/>
                </a:cubicBezTo>
                <a:cubicBezTo>
                  <a:pt x="6390386" y="3947541"/>
                  <a:pt x="6405626" y="3970401"/>
                  <a:pt x="6398006" y="3993261"/>
                </a:cubicBezTo>
                <a:cubicBezTo>
                  <a:pt x="6398006" y="4008501"/>
                  <a:pt x="6382766" y="4023741"/>
                  <a:pt x="6367526" y="4023741"/>
                </a:cubicBezTo>
                <a:cubicBezTo>
                  <a:pt x="6359906" y="4023741"/>
                  <a:pt x="6359906" y="4016121"/>
                  <a:pt x="6352286" y="4016121"/>
                </a:cubicBezTo>
                <a:close/>
                <a:moveTo>
                  <a:pt x="45720" y="3787521"/>
                </a:moveTo>
                <a:cubicBezTo>
                  <a:pt x="38100" y="3764661"/>
                  <a:pt x="53340" y="3741801"/>
                  <a:pt x="76200" y="3741801"/>
                </a:cubicBezTo>
                <a:cubicBezTo>
                  <a:pt x="99060" y="3741801"/>
                  <a:pt x="114300" y="3749421"/>
                  <a:pt x="121920" y="3772281"/>
                </a:cubicBezTo>
                <a:cubicBezTo>
                  <a:pt x="121920" y="3795141"/>
                  <a:pt x="106680" y="3810381"/>
                  <a:pt x="91440" y="3818001"/>
                </a:cubicBezTo>
                <a:cubicBezTo>
                  <a:pt x="83820" y="3818001"/>
                  <a:pt x="83820" y="3818001"/>
                  <a:pt x="83820" y="3818001"/>
                </a:cubicBezTo>
                <a:cubicBezTo>
                  <a:pt x="60960" y="3818001"/>
                  <a:pt x="45720" y="3802761"/>
                  <a:pt x="45720" y="3787521"/>
                </a:cubicBezTo>
                <a:close/>
                <a:moveTo>
                  <a:pt x="6398006" y="3810381"/>
                </a:moveTo>
                <a:cubicBezTo>
                  <a:pt x="6382766" y="3802761"/>
                  <a:pt x="6367526" y="3787521"/>
                  <a:pt x="6367526" y="3764661"/>
                </a:cubicBezTo>
                <a:cubicBezTo>
                  <a:pt x="6375146" y="3741801"/>
                  <a:pt x="6390386" y="3734181"/>
                  <a:pt x="6413246" y="3734181"/>
                </a:cubicBezTo>
                <a:cubicBezTo>
                  <a:pt x="6436106" y="3734181"/>
                  <a:pt x="6443726" y="3757041"/>
                  <a:pt x="6443726" y="3779901"/>
                </a:cubicBezTo>
                <a:cubicBezTo>
                  <a:pt x="6443726" y="3795141"/>
                  <a:pt x="6428486" y="3810381"/>
                  <a:pt x="6405626" y="3810381"/>
                </a:cubicBezTo>
                <a:cubicBezTo>
                  <a:pt x="6405626" y="3810381"/>
                  <a:pt x="6405626" y="3810381"/>
                  <a:pt x="6398006" y="3810381"/>
                </a:cubicBezTo>
                <a:close/>
                <a:moveTo>
                  <a:pt x="15240" y="3574161"/>
                </a:moveTo>
                <a:cubicBezTo>
                  <a:pt x="15240" y="3551301"/>
                  <a:pt x="30480" y="3528441"/>
                  <a:pt x="53340" y="3528441"/>
                </a:cubicBezTo>
                <a:cubicBezTo>
                  <a:pt x="68580" y="3528441"/>
                  <a:pt x="91440" y="3543681"/>
                  <a:pt x="91440" y="3566541"/>
                </a:cubicBezTo>
                <a:cubicBezTo>
                  <a:pt x="91440" y="3581781"/>
                  <a:pt x="76200" y="3604641"/>
                  <a:pt x="60960" y="3604641"/>
                </a:cubicBezTo>
                <a:cubicBezTo>
                  <a:pt x="53340" y="3604641"/>
                  <a:pt x="53340" y="3604641"/>
                  <a:pt x="53340" y="3604641"/>
                </a:cubicBezTo>
                <a:cubicBezTo>
                  <a:pt x="38100" y="3604641"/>
                  <a:pt x="15240" y="3589401"/>
                  <a:pt x="15240" y="3574161"/>
                </a:cubicBezTo>
                <a:close/>
                <a:moveTo>
                  <a:pt x="6428486" y="3597021"/>
                </a:moveTo>
                <a:cubicBezTo>
                  <a:pt x="6413246" y="3597021"/>
                  <a:pt x="6398006" y="3574161"/>
                  <a:pt x="6398006" y="3558921"/>
                </a:cubicBezTo>
                <a:cubicBezTo>
                  <a:pt x="6398006" y="3536061"/>
                  <a:pt x="6420866" y="3520821"/>
                  <a:pt x="6436106" y="3520821"/>
                </a:cubicBezTo>
                <a:cubicBezTo>
                  <a:pt x="6458966" y="3520821"/>
                  <a:pt x="6474206" y="3543681"/>
                  <a:pt x="6474206" y="3566541"/>
                </a:cubicBezTo>
                <a:cubicBezTo>
                  <a:pt x="6474206" y="3581781"/>
                  <a:pt x="6451346" y="3597021"/>
                  <a:pt x="6436106" y="3597021"/>
                </a:cubicBezTo>
                <a:cubicBezTo>
                  <a:pt x="6436106" y="3597021"/>
                  <a:pt x="6428486" y="3597021"/>
                  <a:pt x="6428486" y="3597021"/>
                </a:cubicBezTo>
                <a:close/>
                <a:moveTo>
                  <a:pt x="0" y="3353181"/>
                </a:moveTo>
                <a:cubicBezTo>
                  <a:pt x="0" y="3330321"/>
                  <a:pt x="15240" y="3315081"/>
                  <a:pt x="38100" y="3315081"/>
                </a:cubicBezTo>
                <a:cubicBezTo>
                  <a:pt x="60960" y="3315081"/>
                  <a:pt x="76200" y="3330321"/>
                  <a:pt x="76200" y="3353181"/>
                </a:cubicBezTo>
                <a:cubicBezTo>
                  <a:pt x="76200" y="3376041"/>
                  <a:pt x="60960" y="3391281"/>
                  <a:pt x="38100" y="3391281"/>
                </a:cubicBezTo>
                <a:cubicBezTo>
                  <a:pt x="15240" y="3391281"/>
                  <a:pt x="0" y="3376041"/>
                  <a:pt x="0" y="3353181"/>
                </a:cubicBezTo>
                <a:close/>
                <a:moveTo>
                  <a:pt x="6443599" y="3383661"/>
                </a:moveTo>
                <a:cubicBezTo>
                  <a:pt x="6428359" y="3383661"/>
                  <a:pt x="6413119" y="3368421"/>
                  <a:pt x="6413119" y="3345561"/>
                </a:cubicBezTo>
                <a:cubicBezTo>
                  <a:pt x="6413119" y="3322701"/>
                  <a:pt x="6428359" y="3307461"/>
                  <a:pt x="6451219" y="3307461"/>
                </a:cubicBezTo>
                <a:cubicBezTo>
                  <a:pt x="6474079" y="3307461"/>
                  <a:pt x="6489319" y="3322701"/>
                  <a:pt x="6489319" y="3345561"/>
                </a:cubicBezTo>
                <a:cubicBezTo>
                  <a:pt x="6489319" y="3368421"/>
                  <a:pt x="6466459" y="3383661"/>
                  <a:pt x="6451219" y="3383661"/>
                </a:cubicBezTo>
                <a:cubicBezTo>
                  <a:pt x="6451219" y="3383661"/>
                  <a:pt x="6443599" y="3383661"/>
                  <a:pt x="6443599" y="3383661"/>
                </a:cubicBezTo>
                <a:close/>
                <a:moveTo>
                  <a:pt x="38100" y="3177921"/>
                </a:moveTo>
                <a:cubicBezTo>
                  <a:pt x="15240" y="3177921"/>
                  <a:pt x="0" y="3155061"/>
                  <a:pt x="0" y="3139821"/>
                </a:cubicBezTo>
                <a:cubicBezTo>
                  <a:pt x="0" y="3116961"/>
                  <a:pt x="22860" y="3101721"/>
                  <a:pt x="38100" y="3101721"/>
                </a:cubicBezTo>
                <a:cubicBezTo>
                  <a:pt x="60960" y="3101721"/>
                  <a:pt x="76200" y="3116961"/>
                  <a:pt x="76200" y="3139821"/>
                </a:cubicBezTo>
                <a:cubicBezTo>
                  <a:pt x="76200" y="3162681"/>
                  <a:pt x="60960" y="3177921"/>
                  <a:pt x="38100" y="3177921"/>
                </a:cubicBezTo>
                <a:close/>
                <a:moveTo>
                  <a:pt x="6413246" y="3132201"/>
                </a:moveTo>
                <a:cubicBezTo>
                  <a:pt x="6405626" y="3109341"/>
                  <a:pt x="6428486" y="3094101"/>
                  <a:pt x="6443726" y="3094101"/>
                </a:cubicBezTo>
                <a:cubicBezTo>
                  <a:pt x="6466586" y="3094101"/>
                  <a:pt x="6481826" y="3109341"/>
                  <a:pt x="6489446" y="3132201"/>
                </a:cubicBezTo>
                <a:cubicBezTo>
                  <a:pt x="6489446" y="3147441"/>
                  <a:pt x="6466586" y="3170301"/>
                  <a:pt x="6451346" y="3170301"/>
                </a:cubicBezTo>
                <a:cubicBezTo>
                  <a:pt x="6428486" y="3170301"/>
                  <a:pt x="6413246" y="3155061"/>
                  <a:pt x="6413246" y="3132201"/>
                </a:cubicBezTo>
                <a:close/>
                <a:moveTo>
                  <a:pt x="53340" y="2964561"/>
                </a:moveTo>
                <a:cubicBezTo>
                  <a:pt x="30480" y="2964561"/>
                  <a:pt x="15240" y="2941701"/>
                  <a:pt x="15240" y="2918841"/>
                </a:cubicBezTo>
                <a:cubicBezTo>
                  <a:pt x="15240" y="2903601"/>
                  <a:pt x="38100" y="2888361"/>
                  <a:pt x="53340" y="2888361"/>
                </a:cubicBezTo>
                <a:cubicBezTo>
                  <a:pt x="76200" y="2888361"/>
                  <a:pt x="91440" y="2911221"/>
                  <a:pt x="91440" y="2926461"/>
                </a:cubicBezTo>
                <a:cubicBezTo>
                  <a:pt x="91440" y="2949321"/>
                  <a:pt x="76200" y="2964561"/>
                  <a:pt x="53340" y="2964561"/>
                </a:cubicBezTo>
                <a:close/>
                <a:moveTo>
                  <a:pt x="6398006" y="2918841"/>
                </a:moveTo>
                <a:cubicBezTo>
                  <a:pt x="6390386" y="2903601"/>
                  <a:pt x="6405626" y="2880741"/>
                  <a:pt x="6428486" y="2880741"/>
                </a:cubicBezTo>
                <a:cubicBezTo>
                  <a:pt x="6451346" y="2880741"/>
                  <a:pt x="6466586" y="2895981"/>
                  <a:pt x="6474206" y="2911221"/>
                </a:cubicBezTo>
                <a:cubicBezTo>
                  <a:pt x="6474206" y="2934081"/>
                  <a:pt x="6458966" y="2956941"/>
                  <a:pt x="6436106" y="2956941"/>
                </a:cubicBezTo>
                <a:cubicBezTo>
                  <a:pt x="6413246" y="2956941"/>
                  <a:pt x="6398006" y="2941701"/>
                  <a:pt x="6398006" y="2918841"/>
                </a:cubicBezTo>
                <a:close/>
                <a:moveTo>
                  <a:pt x="76200" y="2751074"/>
                </a:moveTo>
                <a:cubicBezTo>
                  <a:pt x="53340" y="2743454"/>
                  <a:pt x="38100" y="2728214"/>
                  <a:pt x="45720" y="2705354"/>
                </a:cubicBezTo>
                <a:cubicBezTo>
                  <a:pt x="45720" y="2682494"/>
                  <a:pt x="68580" y="2674874"/>
                  <a:pt x="91440" y="2674874"/>
                </a:cubicBezTo>
                <a:cubicBezTo>
                  <a:pt x="106680" y="2674874"/>
                  <a:pt x="121920" y="2697734"/>
                  <a:pt x="121920" y="2720594"/>
                </a:cubicBezTo>
                <a:cubicBezTo>
                  <a:pt x="114300" y="2735834"/>
                  <a:pt x="99060" y="2751074"/>
                  <a:pt x="83820" y="2751074"/>
                </a:cubicBezTo>
                <a:cubicBezTo>
                  <a:pt x="76200" y="2751074"/>
                  <a:pt x="76200" y="2751074"/>
                  <a:pt x="76200" y="2751074"/>
                </a:cubicBezTo>
                <a:close/>
                <a:moveTo>
                  <a:pt x="6367526" y="2712974"/>
                </a:moveTo>
                <a:cubicBezTo>
                  <a:pt x="6359906" y="2690114"/>
                  <a:pt x="6375146" y="2674874"/>
                  <a:pt x="6398006" y="2667254"/>
                </a:cubicBezTo>
                <a:cubicBezTo>
                  <a:pt x="6420866" y="2667254"/>
                  <a:pt x="6436106" y="2674874"/>
                  <a:pt x="6443726" y="2697734"/>
                </a:cubicBezTo>
                <a:cubicBezTo>
                  <a:pt x="6443726" y="2720594"/>
                  <a:pt x="6428486" y="2735834"/>
                  <a:pt x="6413246" y="2743454"/>
                </a:cubicBezTo>
                <a:cubicBezTo>
                  <a:pt x="6405626" y="2743454"/>
                  <a:pt x="6405626" y="2743454"/>
                  <a:pt x="6405626" y="2743454"/>
                </a:cubicBezTo>
                <a:cubicBezTo>
                  <a:pt x="6382766" y="2743454"/>
                  <a:pt x="6367526" y="2728214"/>
                  <a:pt x="6367526" y="2712974"/>
                </a:cubicBezTo>
                <a:close/>
                <a:moveTo>
                  <a:pt x="114300" y="2537714"/>
                </a:moveTo>
                <a:cubicBezTo>
                  <a:pt x="91440" y="2537714"/>
                  <a:pt x="83820" y="2514854"/>
                  <a:pt x="83820" y="2491994"/>
                </a:cubicBezTo>
                <a:cubicBezTo>
                  <a:pt x="91440" y="2476754"/>
                  <a:pt x="114300" y="2461514"/>
                  <a:pt x="129540" y="2469134"/>
                </a:cubicBezTo>
                <a:cubicBezTo>
                  <a:pt x="152400" y="2469134"/>
                  <a:pt x="167640" y="2491994"/>
                  <a:pt x="160020" y="2514854"/>
                </a:cubicBezTo>
                <a:cubicBezTo>
                  <a:pt x="160020" y="2530094"/>
                  <a:pt x="144780" y="2537714"/>
                  <a:pt x="121920" y="2537714"/>
                </a:cubicBezTo>
                <a:cubicBezTo>
                  <a:pt x="121920" y="2537714"/>
                  <a:pt x="121920" y="2537714"/>
                  <a:pt x="114300" y="2537714"/>
                </a:cubicBezTo>
                <a:close/>
                <a:moveTo>
                  <a:pt x="6321806" y="2507234"/>
                </a:moveTo>
                <a:cubicBezTo>
                  <a:pt x="6321806" y="2484374"/>
                  <a:pt x="6329426" y="2461514"/>
                  <a:pt x="6352286" y="2461514"/>
                </a:cubicBezTo>
                <a:cubicBezTo>
                  <a:pt x="6375146" y="2453894"/>
                  <a:pt x="6390386" y="2469134"/>
                  <a:pt x="6398006" y="2484374"/>
                </a:cubicBezTo>
                <a:cubicBezTo>
                  <a:pt x="6405626" y="2507234"/>
                  <a:pt x="6390386" y="2530094"/>
                  <a:pt x="6367526" y="2530094"/>
                </a:cubicBezTo>
                <a:cubicBezTo>
                  <a:pt x="6367526" y="2530094"/>
                  <a:pt x="6367526" y="2530094"/>
                  <a:pt x="6359906" y="2530094"/>
                </a:cubicBezTo>
                <a:cubicBezTo>
                  <a:pt x="6344666" y="2530094"/>
                  <a:pt x="6329426" y="2522474"/>
                  <a:pt x="6321806" y="2507234"/>
                </a:cubicBezTo>
                <a:close/>
                <a:moveTo>
                  <a:pt x="167513" y="2331974"/>
                </a:moveTo>
                <a:cubicBezTo>
                  <a:pt x="152273" y="2324354"/>
                  <a:pt x="137033" y="2301494"/>
                  <a:pt x="144653" y="2286254"/>
                </a:cubicBezTo>
                <a:cubicBezTo>
                  <a:pt x="152273" y="2263394"/>
                  <a:pt x="175133" y="2255774"/>
                  <a:pt x="190373" y="2263394"/>
                </a:cubicBezTo>
                <a:cubicBezTo>
                  <a:pt x="213233" y="2263394"/>
                  <a:pt x="220853" y="2286254"/>
                  <a:pt x="213233" y="2309114"/>
                </a:cubicBezTo>
                <a:cubicBezTo>
                  <a:pt x="213233" y="2324354"/>
                  <a:pt x="197993" y="2331974"/>
                  <a:pt x="182753" y="2331974"/>
                </a:cubicBezTo>
                <a:cubicBezTo>
                  <a:pt x="175133" y="2331974"/>
                  <a:pt x="175133" y="2331974"/>
                  <a:pt x="167513" y="2331974"/>
                </a:cubicBezTo>
                <a:close/>
                <a:moveTo>
                  <a:pt x="6268466" y="2301494"/>
                </a:moveTo>
                <a:cubicBezTo>
                  <a:pt x="6260846" y="2278634"/>
                  <a:pt x="6276086" y="2255774"/>
                  <a:pt x="6291326" y="2255774"/>
                </a:cubicBezTo>
                <a:cubicBezTo>
                  <a:pt x="6314186" y="2248154"/>
                  <a:pt x="6337046" y="2255774"/>
                  <a:pt x="6344666" y="2278634"/>
                </a:cubicBezTo>
                <a:cubicBezTo>
                  <a:pt x="6344666" y="2293874"/>
                  <a:pt x="6337046" y="2316734"/>
                  <a:pt x="6314186" y="2324354"/>
                </a:cubicBezTo>
                <a:cubicBezTo>
                  <a:pt x="6314186" y="2324354"/>
                  <a:pt x="6306566" y="2324354"/>
                  <a:pt x="6306566" y="2324354"/>
                </a:cubicBezTo>
                <a:cubicBezTo>
                  <a:pt x="6291326" y="2324354"/>
                  <a:pt x="6276086" y="2316734"/>
                  <a:pt x="6268466" y="2301494"/>
                </a:cubicBezTo>
                <a:close/>
                <a:moveTo>
                  <a:pt x="236093" y="2126234"/>
                </a:moveTo>
                <a:cubicBezTo>
                  <a:pt x="220853" y="2118614"/>
                  <a:pt x="205613" y="2095754"/>
                  <a:pt x="213233" y="2080514"/>
                </a:cubicBezTo>
                <a:cubicBezTo>
                  <a:pt x="220853" y="2057654"/>
                  <a:pt x="243713" y="2050034"/>
                  <a:pt x="266573" y="2057654"/>
                </a:cubicBezTo>
                <a:cubicBezTo>
                  <a:pt x="281813" y="2065274"/>
                  <a:pt x="297053" y="2088134"/>
                  <a:pt x="289433" y="2103374"/>
                </a:cubicBezTo>
                <a:cubicBezTo>
                  <a:pt x="281813" y="2118614"/>
                  <a:pt x="266573" y="2133854"/>
                  <a:pt x="251333" y="2133854"/>
                </a:cubicBezTo>
                <a:cubicBezTo>
                  <a:pt x="243713" y="2133854"/>
                  <a:pt x="243713" y="2133854"/>
                  <a:pt x="236093" y="2126234"/>
                </a:cubicBezTo>
                <a:close/>
                <a:moveTo>
                  <a:pt x="6199886" y="2103374"/>
                </a:moveTo>
                <a:cubicBezTo>
                  <a:pt x="6192266" y="2080514"/>
                  <a:pt x="6199886" y="2057654"/>
                  <a:pt x="6222746" y="2050034"/>
                </a:cubicBezTo>
                <a:cubicBezTo>
                  <a:pt x="6237986" y="2042414"/>
                  <a:pt x="6260846" y="2050034"/>
                  <a:pt x="6268466" y="2072894"/>
                </a:cubicBezTo>
                <a:cubicBezTo>
                  <a:pt x="6276086" y="2095754"/>
                  <a:pt x="6268466" y="2110994"/>
                  <a:pt x="6245606" y="2118614"/>
                </a:cubicBezTo>
                <a:cubicBezTo>
                  <a:pt x="6245606" y="2126234"/>
                  <a:pt x="6237986" y="2126234"/>
                  <a:pt x="6230366" y="2126234"/>
                </a:cubicBezTo>
                <a:cubicBezTo>
                  <a:pt x="6215126" y="2126234"/>
                  <a:pt x="6207506" y="2118614"/>
                  <a:pt x="6199886" y="2103374"/>
                </a:cubicBezTo>
                <a:close/>
                <a:moveTo>
                  <a:pt x="319913" y="1928114"/>
                </a:moveTo>
                <a:cubicBezTo>
                  <a:pt x="297053" y="1920494"/>
                  <a:pt x="289433" y="1897634"/>
                  <a:pt x="297053" y="1882394"/>
                </a:cubicBezTo>
                <a:cubicBezTo>
                  <a:pt x="312293" y="1859534"/>
                  <a:pt x="335153" y="1851914"/>
                  <a:pt x="350393" y="1859534"/>
                </a:cubicBezTo>
                <a:cubicBezTo>
                  <a:pt x="373253" y="1867154"/>
                  <a:pt x="380873" y="1890014"/>
                  <a:pt x="365633" y="1912874"/>
                </a:cubicBezTo>
                <a:cubicBezTo>
                  <a:pt x="365633" y="1928114"/>
                  <a:pt x="350393" y="1935734"/>
                  <a:pt x="335153" y="1935734"/>
                </a:cubicBezTo>
                <a:cubicBezTo>
                  <a:pt x="327533" y="1935734"/>
                  <a:pt x="327533" y="1935734"/>
                  <a:pt x="319913" y="1928114"/>
                </a:cubicBezTo>
                <a:close/>
                <a:moveTo>
                  <a:pt x="6116193" y="1905254"/>
                </a:moveTo>
                <a:cubicBezTo>
                  <a:pt x="6108573" y="1890014"/>
                  <a:pt x="6116193" y="1867154"/>
                  <a:pt x="6131433" y="1851914"/>
                </a:cubicBezTo>
                <a:cubicBezTo>
                  <a:pt x="6154293" y="1844294"/>
                  <a:pt x="6177153" y="1851914"/>
                  <a:pt x="6184773" y="1874774"/>
                </a:cubicBezTo>
                <a:cubicBezTo>
                  <a:pt x="6192393" y="1890014"/>
                  <a:pt x="6184773" y="1912874"/>
                  <a:pt x="6169533" y="1928114"/>
                </a:cubicBezTo>
                <a:cubicBezTo>
                  <a:pt x="6161913" y="1928114"/>
                  <a:pt x="6154293" y="1928114"/>
                  <a:pt x="6146673" y="1928114"/>
                </a:cubicBezTo>
                <a:cubicBezTo>
                  <a:pt x="6139053" y="1928114"/>
                  <a:pt x="6123813" y="1920494"/>
                  <a:pt x="6116193" y="1905254"/>
                </a:cubicBezTo>
                <a:close/>
                <a:moveTo>
                  <a:pt x="411353" y="1737614"/>
                </a:moveTo>
                <a:cubicBezTo>
                  <a:pt x="396113" y="1729994"/>
                  <a:pt x="388493" y="1707134"/>
                  <a:pt x="396113" y="1684274"/>
                </a:cubicBezTo>
                <a:cubicBezTo>
                  <a:pt x="411353" y="1669034"/>
                  <a:pt x="434213" y="1661414"/>
                  <a:pt x="449453" y="1669034"/>
                </a:cubicBezTo>
                <a:cubicBezTo>
                  <a:pt x="464693" y="1684274"/>
                  <a:pt x="472313" y="1707134"/>
                  <a:pt x="464693" y="1722374"/>
                </a:cubicBezTo>
                <a:cubicBezTo>
                  <a:pt x="457073" y="1737614"/>
                  <a:pt x="441833" y="1745234"/>
                  <a:pt x="434213" y="1745234"/>
                </a:cubicBezTo>
                <a:cubicBezTo>
                  <a:pt x="426593" y="1745234"/>
                  <a:pt x="418973" y="1737614"/>
                  <a:pt x="411353" y="1737614"/>
                </a:cubicBezTo>
                <a:close/>
                <a:moveTo>
                  <a:pt x="6017133" y="1714754"/>
                </a:moveTo>
                <a:cubicBezTo>
                  <a:pt x="6009513" y="1699514"/>
                  <a:pt x="6017133" y="1676654"/>
                  <a:pt x="6032373" y="1669034"/>
                </a:cubicBezTo>
                <a:cubicBezTo>
                  <a:pt x="6055233" y="1653794"/>
                  <a:pt x="6078093" y="1661414"/>
                  <a:pt x="6085713" y="1684274"/>
                </a:cubicBezTo>
                <a:cubicBezTo>
                  <a:pt x="6093333" y="1699514"/>
                  <a:pt x="6093333" y="1722374"/>
                  <a:pt x="6070473" y="1729994"/>
                </a:cubicBezTo>
                <a:cubicBezTo>
                  <a:pt x="6062853" y="1737614"/>
                  <a:pt x="6062853" y="1737614"/>
                  <a:pt x="6055233" y="1737614"/>
                </a:cubicBezTo>
                <a:cubicBezTo>
                  <a:pt x="6039993" y="1737614"/>
                  <a:pt x="6024753" y="1729994"/>
                  <a:pt x="6017133" y="1714754"/>
                </a:cubicBezTo>
                <a:close/>
                <a:moveTo>
                  <a:pt x="517906" y="1554607"/>
                </a:moveTo>
                <a:cubicBezTo>
                  <a:pt x="502666" y="1539367"/>
                  <a:pt x="495046" y="1516507"/>
                  <a:pt x="510286" y="1501267"/>
                </a:cubicBezTo>
                <a:cubicBezTo>
                  <a:pt x="517906" y="1478407"/>
                  <a:pt x="540766" y="1478407"/>
                  <a:pt x="563626" y="1486027"/>
                </a:cubicBezTo>
                <a:cubicBezTo>
                  <a:pt x="578866" y="1501267"/>
                  <a:pt x="586486" y="1524127"/>
                  <a:pt x="571246" y="1539367"/>
                </a:cubicBezTo>
                <a:cubicBezTo>
                  <a:pt x="563626" y="1554607"/>
                  <a:pt x="556006" y="1554607"/>
                  <a:pt x="540766" y="1554607"/>
                </a:cubicBezTo>
                <a:cubicBezTo>
                  <a:pt x="533146" y="1554607"/>
                  <a:pt x="525526" y="1554607"/>
                  <a:pt x="517906" y="1554607"/>
                </a:cubicBezTo>
                <a:close/>
                <a:moveTo>
                  <a:pt x="5910453" y="1539367"/>
                </a:moveTo>
                <a:cubicBezTo>
                  <a:pt x="5902833" y="1516507"/>
                  <a:pt x="5902833" y="1493647"/>
                  <a:pt x="5925693" y="1486027"/>
                </a:cubicBezTo>
                <a:cubicBezTo>
                  <a:pt x="5940933" y="1470787"/>
                  <a:pt x="5963793" y="1478407"/>
                  <a:pt x="5979033" y="1493647"/>
                </a:cubicBezTo>
                <a:cubicBezTo>
                  <a:pt x="5986653" y="1508887"/>
                  <a:pt x="5979033" y="1539367"/>
                  <a:pt x="5963793" y="1546987"/>
                </a:cubicBezTo>
                <a:cubicBezTo>
                  <a:pt x="5956173" y="1554607"/>
                  <a:pt x="5948553" y="1554607"/>
                  <a:pt x="5940933" y="1554607"/>
                </a:cubicBezTo>
                <a:cubicBezTo>
                  <a:pt x="5933313" y="1554607"/>
                  <a:pt x="5918073" y="1546987"/>
                  <a:pt x="5910453" y="1539367"/>
                </a:cubicBezTo>
                <a:close/>
                <a:moveTo>
                  <a:pt x="639826" y="1371727"/>
                </a:moveTo>
                <a:cubicBezTo>
                  <a:pt x="624586" y="1364107"/>
                  <a:pt x="616966" y="1341247"/>
                  <a:pt x="632206" y="1318387"/>
                </a:cubicBezTo>
                <a:cubicBezTo>
                  <a:pt x="647446" y="1303147"/>
                  <a:pt x="670306" y="1303147"/>
                  <a:pt x="685546" y="1310767"/>
                </a:cubicBezTo>
                <a:cubicBezTo>
                  <a:pt x="700786" y="1326007"/>
                  <a:pt x="708406" y="1348867"/>
                  <a:pt x="693166" y="1364107"/>
                </a:cubicBezTo>
                <a:cubicBezTo>
                  <a:pt x="685546" y="1379347"/>
                  <a:pt x="677926" y="1379347"/>
                  <a:pt x="662686" y="1379347"/>
                </a:cubicBezTo>
                <a:cubicBezTo>
                  <a:pt x="655066" y="1379347"/>
                  <a:pt x="647446" y="1379347"/>
                  <a:pt x="639826" y="1371727"/>
                </a:cubicBezTo>
                <a:close/>
                <a:moveTo>
                  <a:pt x="5788660" y="1364107"/>
                </a:moveTo>
                <a:cubicBezTo>
                  <a:pt x="5781040" y="1341247"/>
                  <a:pt x="5781040" y="1318387"/>
                  <a:pt x="5796280" y="1310767"/>
                </a:cubicBezTo>
                <a:cubicBezTo>
                  <a:pt x="5819140" y="1295527"/>
                  <a:pt x="5842000" y="1303147"/>
                  <a:pt x="5849620" y="1318387"/>
                </a:cubicBezTo>
                <a:cubicBezTo>
                  <a:pt x="5864860" y="1333627"/>
                  <a:pt x="5864860" y="1356487"/>
                  <a:pt x="5842000" y="1371727"/>
                </a:cubicBezTo>
                <a:cubicBezTo>
                  <a:pt x="5834380" y="1371727"/>
                  <a:pt x="5826760" y="1379347"/>
                  <a:pt x="5819140" y="1379347"/>
                </a:cubicBezTo>
                <a:cubicBezTo>
                  <a:pt x="5811520" y="1379347"/>
                  <a:pt x="5796280" y="1371727"/>
                  <a:pt x="5788660" y="1364107"/>
                </a:cubicBezTo>
                <a:close/>
                <a:moveTo>
                  <a:pt x="769239" y="1204087"/>
                </a:moveTo>
                <a:cubicBezTo>
                  <a:pt x="753999" y="1188847"/>
                  <a:pt x="753999" y="1165987"/>
                  <a:pt x="769239" y="1150747"/>
                </a:cubicBezTo>
                <a:cubicBezTo>
                  <a:pt x="776859" y="1135507"/>
                  <a:pt x="807339" y="1135507"/>
                  <a:pt x="822579" y="1143127"/>
                </a:cubicBezTo>
                <a:cubicBezTo>
                  <a:pt x="837819" y="1158367"/>
                  <a:pt x="837819" y="1181227"/>
                  <a:pt x="822579" y="1196467"/>
                </a:cubicBezTo>
                <a:cubicBezTo>
                  <a:pt x="814959" y="1211707"/>
                  <a:pt x="807339" y="1211707"/>
                  <a:pt x="792099" y="1211707"/>
                </a:cubicBezTo>
                <a:cubicBezTo>
                  <a:pt x="784479" y="1211707"/>
                  <a:pt x="776859" y="1211707"/>
                  <a:pt x="769239" y="1204087"/>
                </a:cubicBezTo>
                <a:close/>
                <a:moveTo>
                  <a:pt x="5659120" y="1196467"/>
                </a:moveTo>
                <a:cubicBezTo>
                  <a:pt x="5643880" y="1181227"/>
                  <a:pt x="5651500" y="1158367"/>
                  <a:pt x="5666740" y="1143127"/>
                </a:cubicBezTo>
                <a:cubicBezTo>
                  <a:pt x="5681980" y="1127887"/>
                  <a:pt x="5704840" y="1127887"/>
                  <a:pt x="5720080" y="1143127"/>
                </a:cubicBezTo>
                <a:cubicBezTo>
                  <a:pt x="5727700" y="1165987"/>
                  <a:pt x="5727700" y="1188847"/>
                  <a:pt x="5712460" y="1196467"/>
                </a:cubicBezTo>
                <a:cubicBezTo>
                  <a:pt x="5704840" y="1204087"/>
                  <a:pt x="5697220" y="1211707"/>
                  <a:pt x="5689600" y="1211707"/>
                </a:cubicBezTo>
                <a:cubicBezTo>
                  <a:pt x="5674360" y="1211707"/>
                  <a:pt x="5666740" y="1204087"/>
                  <a:pt x="5659120" y="1196467"/>
                </a:cubicBezTo>
                <a:close/>
                <a:moveTo>
                  <a:pt x="914019" y="1044067"/>
                </a:moveTo>
                <a:cubicBezTo>
                  <a:pt x="898779" y="1028827"/>
                  <a:pt x="898779" y="1005967"/>
                  <a:pt x="914019" y="990727"/>
                </a:cubicBezTo>
                <a:cubicBezTo>
                  <a:pt x="929259" y="975487"/>
                  <a:pt x="952119" y="975487"/>
                  <a:pt x="967359" y="990727"/>
                </a:cubicBezTo>
                <a:cubicBezTo>
                  <a:pt x="982599" y="1005967"/>
                  <a:pt x="982599" y="1028827"/>
                  <a:pt x="967359" y="1044067"/>
                </a:cubicBezTo>
                <a:cubicBezTo>
                  <a:pt x="959739" y="1051687"/>
                  <a:pt x="952119" y="1051687"/>
                  <a:pt x="936879" y="1051687"/>
                </a:cubicBezTo>
                <a:cubicBezTo>
                  <a:pt x="929259" y="1051687"/>
                  <a:pt x="921639" y="1051687"/>
                  <a:pt x="914019" y="1044067"/>
                </a:cubicBezTo>
                <a:close/>
                <a:moveTo>
                  <a:pt x="5514467" y="1036447"/>
                </a:moveTo>
                <a:cubicBezTo>
                  <a:pt x="5499227" y="1021207"/>
                  <a:pt x="5506847" y="998347"/>
                  <a:pt x="5514467" y="983107"/>
                </a:cubicBezTo>
                <a:cubicBezTo>
                  <a:pt x="5529707" y="967867"/>
                  <a:pt x="5560187" y="967867"/>
                  <a:pt x="5575427" y="983107"/>
                </a:cubicBezTo>
                <a:cubicBezTo>
                  <a:pt x="5583047" y="998347"/>
                  <a:pt x="5583047" y="1028827"/>
                  <a:pt x="5567807" y="1036447"/>
                </a:cubicBezTo>
                <a:cubicBezTo>
                  <a:pt x="5560187" y="1044067"/>
                  <a:pt x="5552567" y="1051687"/>
                  <a:pt x="5544947" y="1051687"/>
                </a:cubicBezTo>
                <a:cubicBezTo>
                  <a:pt x="5537327" y="1051687"/>
                  <a:pt x="5522087" y="1044067"/>
                  <a:pt x="5514467" y="1036447"/>
                </a:cubicBezTo>
                <a:close/>
                <a:moveTo>
                  <a:pt x="1066292" y="891667"/>
                </a:moveTo>
                <a:cubicBezTo>
                  <a:pt x="1051052" y="876427"/>
                  <a:pt x="1051052" y="853567"/>
                  <a:pt x="1066292" y="838327"/>
                </a:cubicBezTo>
                <a:cubicBezTo>
                  <a:pt x="1081532" y="823087"/>
                  <a:pt x="1104392" y="823087"/>
                  <a:pt x="1119632" y="838327"/>
                </a:cubicBezTo>
                <a:cubicBezTo>
                  <a:pt x="1134872" y="853567"/>
                  <a:pt x="1134872" y="884047"/>
                  <a:pt x="1119632" y="899287"/>
                </a:cubicBezTo>
                <a:cubicBezTo>
                  <a:pt x="1112012" y="899287"/>
                  <a:pt x="1104392" y="906907"/>
                  <a:pt x="1089152" y="906907"/>
                </a:cubicBezTo>
                <a:cubicBezTo>
                  <a:pt x="1081532" y="906907"/>
                  <a:pt x="1073912" y="899287"/>
                  <a:pt x="1066292" y="891667"/>
                </a:cubicBezTo>
                <a:close/>
                <a:moveTo>
                  <a:pt x="5362067" y="891667"/>
                </a:moveTo>
                <a:cubicBezTo>
                  <a:pt x="5346827" y="876427"/>
                  <a:pt x="5346827" y="853567"/>
                  <a:pt x="5362067" y="838327"/>
                </a:cubicBezTo>
                <a:cubicBezTo>
                  <a:pt x="5377307" y="823087"/>
                  <a:pt x="5400167" y="823087"/>
                  <a:pt x="5415407" y="838327"/>
                </a:cubicBezTo>
                <a:cubicBezTo>
                  <a:pt x="5430647" y="845947"/>
                  <a:pt x="5430647" y="876427"/>
                  <a:pt x="5415407" y="891667"/>
                </a:cubicBezTo>
                <a:cubicBezTo>
                  <a:pt x="5407787" y="899287"/>
                  <a:pt x="5400167" y="899287"/>
                  <a:pt x="5392547" y="899287"/>
                </a:cubicBezTo>
                <a:cubicBezTo>
                  <a:pt x="5384927" y="899287"/>
                  <a:pt x="5369687" y="899287"/>
                  <a:pt x="5362067" y="891667"/>
                </a:cubicBezTo>
                <a:close/>
                <a:moveTo>
                  <a:pt x="1226312" y="754507"/>
                </a:moveTo>
                <a:cubicBezTo>
                  <a:pt x="1211072" y="739267"/>
                  <a:pt x="1218692" y="708787"/>
                  <a:pt x="1233932" y="701167"/>
                </a:cubicBezTo>
                <a:cubicBezTo>
                  <a:pt x="1249172" y="685927"/>
                  <a:pt x="1272032" y="685927"/>
                  <a:pt x="1287272" y="708787"/>
                </a:cubicBezTo>
                <a:cubicBezTo>
                  <a:pt x="1302512" y="724027"/>
                  <a:pt x="1294892" y="746887"/>
                  <a:pt x="1279652" y="762127"/>
                </a:cubicBezTo>
                <a:cubicBezTo>
                  <a:pt x="1272032" y="762127"/>
                  <a:pt x="1264412" y="769747"/>
                  <a:pt x="1256792" y="769747"/>
                </a:cubicBezTo>
                <a:cubicBezTo>
                  <a:pt x="1241552" y="769747"/>
                  <a:pt x="1233932" y="762127"/>
                  <a:pt x="1226312" y="754507"/>
                </a:cubicBezTo>
                <a:close/>
                <a:moveTo>
                  <a:pt x="5202174" y="754507"/>
                </a:moveTo>
                <a:cubicBezTo>
                  <a:pt x="5186934" y="739267"/>
                  <a:pt x="5186934" y="716407"/>
                  <a:pt x="5194554" y="701167"/>
                </a:cubicBezTo>
                <a:cubicBezTo>
                  <a:pt x="5209794" y="685927"/>
                  <a:pt x="5232654" y="685927"/>
                  <a:pt x="5247894" y="693547"/>
                </a:cubicBezTo>
                <a:cubicBezTo>
                  <a:pt x="5270754" y="708787"/>
                  <a:pt x="5270754" y="731647"/>
                  <a:pt x="5255514" y="746887"/>
                </a:cubicBezTo>
                <a:cubicBezTo>
                  <a:pt x="5247894" y="762127"/>
                  <a:pt x="5240274" y="762127"/>
                  <a:pt x="5225034" y="762127"/>
                </a:cubicBezTo>
                <a:cubicBezTo>
                  <a:pt x="5217414" y="762127"/>
                  <a:pt x="5209794" y="762127"/>
                  <a:pt x="5202174" y="754507"/>
                </a:cubicBezTo>
                <a:close/>
                <a:moveTo>
                  <a:pt x="1393825" y="624967"/>
                </a:moveTo>
                <a:cubicBezTo>
                  <a:pt x="1386205" y="602107"/>
                  <a:pt x="1386205" y="579247"/>
                  <a:pt x="1409065" y="571627"/>
                </a:cubicBezTo>
                <a:cubicBezTo>
                  <a:pt x="1424305" y="556387"/>
                  <a:pt x="1447165" y="564007"/>
                  <a:pt x="1462405" y="579247"/>
                </a:cubicBezTo>
                <a:cubicBezTo>
                  <a:pt x="1470025" y="594487"/>
                  <a:pt x="1470025" y="617347"/>
                  <a:pt x="1447165" y="632587"/>
                </a:cubicBezTo>
                <a:cubicBezTo>
                  <a:pt x="1439545" y="640207"/>
                  <a:pt x="1439545" y="640207"/>
                  <a:pt x="1431925" y="640207"/>
                </a:cubicBezTo>
                <a:cubicBezTo>
                  <a:pt x="1416685" y="640207"/>
                  <a:pt x="1401445" y="632587"/>
                  <a:pt x="1393825" y="624967"/>
                </a:cubicBezTo>
                <a:close/>
                <a:moveTo>
                  <a:pt x="5034534" y="632587"/>
                </a:moveTo>
                <a:cubicBezTo>
                  <a:pt x="5011674" y="617347"/>
                  <a:pt x="5011674" y="594487"/>
                  <a:pt x="5019294" y="579247"/>
                </a:cubicBezTo>
                <a:cubicBezTo>
                  <a:pt x="5034534" y="556387"/>
                  <a:pt x="5057394" y="556387"/>
                  <a:pt x="5072634" y="564007"/>
                </a:cubicBezTo>
                <a:cubicBezTo>
                  <a:pt x="5095494" y="579247"/>
                  <a:pt x="5095494" y="602107"/>
                  <a:pt x="5087874" y="617347"/>
                </a:cubicBezTo>
                <a:cubicBezTo>
                  <a:pt x="5080254" y="632587"/>
                  <a:pt x="5065014" y="632587"/>
                  <a:pt x="5057394" y="632587"/>
                </a:cubicBezTo>
                <a:cubicBezTo>
                  <a:pt x="5049774" y="632587"/>
                  <a:pt x="5042154" y="632587"/>
                  <a:pt x="5034534" y="632587"/>
                </a:cubicBezTo>
                <a:close/>
                <a:moveTo>
                  <a:pt x="1576578" y="502920"/>
                </a:moveTo>
                <a:cubicBezTo>
                  <a:pt x="1561338" y="487680"/>
                  <a:pt x="1568958" y="464820"/>
                  <a:pt x="1591818" y="449580"/>
                </a:cubicBezTo>
                <a:cubicBezTo>
                  <a:pt x="1607058" y="441960"/>
                  <a:pt x="1629918" y="449580"/>
                  <a:pt x="1637538" y="464820"/>
                </a:cubicBezTo>
                <a:cubicBezTo>
                  <a:pt x="1652778" y="487680"/>
                  <a:pt x="1645158" y="510540"/>
                  <a:pt x="1629918" y="518160"/>
                </a:cubicBezTo>
                <a:cubicBezTo>
                  <a:pt x="1622298" y="525780"/>
                  <a:pt x="1614678" y="525780"/>
                  <a:pt x="1607058" y="525780"/>
                </a:cubicBezTo>
                <a:cubicBezTo>
                  <a:pt x="1591818" y="525780"/>
                  <a:pt x="1584198" y="518160"/>
                  <a:pt x="1576578" y="502920"/>
                </a:cubicBezTo>
                <a:close/>
                <a:moveTo>
                  <a:pt x="4851781" y="518160"/>
                </a:moveTo>
                <a:cubicBezTo>
                  <a:pt x="4836541" y="502920"/>
                  <a:pt x="4828921" y="480060"/>
                  <a:pt x="4844161" y="464820"/>
                </a:cubicBezTo>
                <a:cubicBezTo>
                  <a:pt x="4851781" y="441960"/>
                  <a:pt x="4874641" y="441960"/>
                  <a:pt x="4889881" y="449580"/>
                </a:cubicBezTo>
                <a:cubicBezTo>
                  <a:pt x="4912741" y="457200"/>
                  <a:pt x="4920361" y="487680"/>
                  <a:pt x="4905121" y="502920"/>
                </a:cubicBezTo>
                <a:cubicBezTo>
                  <a:pt x="4897501" y="510540"/>
                  <a:pt x="4889881" y="518160"/>
                  <a:pt x="4874641" y="518160"/>
                </a:cubicBezTo>
                <a:cubicBezTo>
                  <a:pt x="4867021" y="518160"/>
                  <a:pt x="4859401" y="518160"/>
                  <a:pt x="4851781" y="518160"/>
                </a:cubicBezTo>
                <a:close/>
                <a:moveTo>
                  <a:pt x="1759458" y="396240"/>
                </a:moveTo>
                <a:cubicBezTo>
                  <a:pt x="1751838" y="381000"/>
                  <a:pt x="1759458" y="358140"/>
                  <a:pt x="1782318" y="350520"/>
                </a:cubicBezTo>
                <a:cubicBezTo>
                  <a:pt x="1797558" y="335280"/>
                  <a:pt x="1820418" y="342900"/>
                  <a:pt x="1828038" y="365760"/>
                </a:cubicBezTo>
                <a:cubicBezTo>
                  <a:pt x="1835658" y="381000"/>
                  <a:pt x="1835658" y="403860"/>
                  <a:pt x="1812798" y="419100"/>
                </a:cubicBezTo>
                <a:cubicBezTo>
                  <a:pt x="1805178" y="419100"/>
                  <a:pt x="1805178" y="419100"/>
                  <a:pt x="1797558" y="419100"/>
                </a:cubicBezTo>
                <a:cubicBezTo>
                  <a:pt x="1782318" y="419100"/>
                  <a:pt x="1767078" y="411480"/>
                  <a:pt x="1759458" y="396240"/>
                </a:cubicBezTo>
                <a:close/>
                <a:moveTo>
                  <a:pt x="4669028" y="411480"/>
                </a:moveTo>
                <a:cubicBezTo>
                  <a:pt x="4646168" y="403860"/>
                  <a:pt x="4646168" y="381000"/>
                  <a:pt x="4653788" y="365760"/>
                </a:cubicBezTo>
                <a:cubicBezTo>
                  <a:pt x="4661408" y="342900"/>
                  <a:pt x="4684268" y="335280"/>
                  <a:pt x="4699508" y="342900"/>
                </a:cubicBezTo>
                <a:cubicBezTo>
                  <a:pt x="4722368" y="358140"/>
                  <a:pt x="4729988" y="381000"/>
                  <a:pt x="4722368" y="396240"/>
                </a:cubicBezTo>
                <a:cubicBezTo>
                  <a:pt x="4714748" y="411480"/>
                  <a:pt x="4699508" y="419100"/>
                  <a:pt x="4684268" y="419100"/>
                </a:cubicBezTo>
                <a:cubicBezTo>
                  <a:pt x="4676648" y="419100"/>
                  <a:pt x="4676648" y="419100"/>
                  <a:pt x="4669028" y="411480"/>
                </a:cubicBezTo>
                <a:close/>
                <a:moveTo>
                  <a:pt x="1957451" y="304800"/>
                </a:moveTo>
                <a:cubicBezTo>
                  <a:pt x="1949831" y="289560"/>
                  <a:pt x="1957451" y="266700"/>
                  <a:pt x="1972691" y="259080"/>
                </a:cubicBezTo>
                <a:cubicBezTo>
                  <a:pt x="1995551" y="251460"/>
                  <a:pt x="2018411" y="259080"/>
                  <a:pt x="2026031" y="274320"/>
                </a:cubicBezTo>
                <a:cubicBezTo>
                  <a:pt x="2033651" y="297180"/>
                  <a:pt x="2026031" y="320040"/>
                  <a:pt x="2003171" y="327660"/>
                </a:cubicBezTo>
                <a:cubicBezTo>
                  <a:pt x="2003171" y="327660"/>
                  <a:pt x="1995551" y="327660"/>
                  <a:pt x="1987931" y="327660"/>
                </a:cubicBezTo>
                <a:cubicBezTo>
                  <a:pt x="1972691" y="327660"/>
                  <a:pt x="1957451" y="320040"/>
                  <a:pt x="1957451" y="304800"/>
                </a:cubicBezTo>
                <a:close/>
                <a:moveTo>
                  <a:pt x="4478528" y="327660"/>
                </a:moveTo>
                <a:cubicBezTo>
                  <a:pt x="4455668" y="312420"/>
                  <a:pt x="4448048" y="297180"/>
                  <a:pt x="4455668" y="274320"/>
                </a:cubicBezTo>
                <a:cubicBezTo>
                  <a:pt x="4463288" y="251460"/>
                  <a:pt x="4486148" y="243840"/>
                  <a:pt x="4509008" y="251460"/>
                </a:cubicBezTo>
                <a:cubicBezTo>
                  <a:pt x="4524248" y="259080"/>
                  <a:pt x="4531868" y="281940"/>
                  <a:pt x="4524248" y="304800"/>
                </a:cubicBezTo>
                <a:cubicBezTo>
                  <a:pt x="4516628" y="320040"/>
                  <a:pt x="4509008" y="327660"/>
                  <a:pt x="4493768" y="327660"/>
                </a:cubicBezTo>
                <a:cubicBezTo>
                  <a:pt x="4486148" y="327660"/>
                  <a:pt x="4478528" y="327660"/>
                  <a:pt x="4478528" y="327660"/>
                </a:cubicBezTo>
                <a:close/>
                <a:moveTo>
                  <a:pt x="2155444" y="228600"/>
                </a:moveTo>
                <a:cubicBezTo>
                  <a:pt x="2147824" y="205740"/>
                  <a:pt x="2155444" y="182880"/>
                  <a:pt x="2178304" y="175260"/>
                </a:cubicBezTo>
                <a:cubicBezTo>
                  <a:pt x="2193544" y="175260"/>
                  <a:pt x="2216404" y="182880"/>
                  <a:pt x="2224024" y="205740"/>
                </a:cubicBezTo>
                <a:cubicBezTo>
                  <a:pt x="2231644" y="220980"/>
                  <a:pt x="2224024" y="243840"/>
                  <a:pt x="2201164" y="251460"/>
                </a:cubicBezTo>
                <a:cubicBezTo>
                  <a:pt x="2201164" y="251460"/>
                  <a:pt x="2193544" y="251460"/>
                  <a:pt x="2185924" y="251460"/>
                </a:cubicBezTo>
                <a:cubicBezTo>
                  <a:pt x="2170684" y="251460"/>
                  <a:pt x="2155444" y="243840"/>
                  <a:pt x="2155444" y="228600"/>
                </a:cubicBezTo>
                <a:close/>
                <a:moveTo>
                  <a:pt x="4280535" y="251460"/>
                </a:moveTo>
                <a:cubicBezTo>
                  <a:pt x="4257675" y="243840"/>
                  <a:pt x="4250055" y="220980"/>
                  <a:pt x="4257675" y="198120"/>
                </a:cubicBezTo>
                <a:cubicBezTo>
                  <a:pt x="4265295" y="182880"/>
                  <a:pt x="4280535" y="167640"/>
                  <a:pt x="4303395" y="175260"/>
                </a:cubicBezTo>
                <a:cubicBezTo>
                  <a:pt x="4326255" y="182880"/>
                  <a:pt x="4333875" y="205740"/>
                  <a:pt x="4326255" y="220980"/>
                </a:cubicBezTo>
                <a:cubicBezTo>
                  <a:pt x="4318635" y="243840"/>
                  <a:pt x="4303395" y="251460"/>
                  <a:pt x="4288155" y="251460"/>
                </a:cubicBezTo>
                <a:cubicBezTo>
                  <a:pt x="4288155" y="251460"/>
                  <a:pt x="4280535" y="251460"/>
                  <a:pt x="4280535" y="251460"/>
                </a:cubicBezTo>
                <a:close/>
                <a:moveTo>
                  <a:pt x="2353564" y="160020"/>
                </a:moveTo>
                <a:cubicBezTo>
                  <a:pt x="2353564" y="137160"/>
                  <a:pt x="2361184" y="121920"/>
                  <a:pt x="2384044" y="114300"/>
                </a:cubicBezTo>
                <a:cubicBezTo>
                  <a:pt x="2406904" y="106680"/>
                  <a:pt x="2422144" y="121920"/>
                  <a:pt x="2429764" y="137160"/>
                </a:cubicBezTo>
                <a:cubicBezTo>
                  <a:pt x="2437384" y="160020"/>
                  <a:pt x="2422144" y="182880"/>
                  <a:pt x="2406904" y="190500"/>
                </a:cubicBezTo>
                <a:cubicBezTo>
                  <a:pt x="2399284" y="190500"/>
                  <a:pt x="2399284" y="190500"/>
                  <a:pt x="2391664" y="190500"/>
                </a:cubicBezTo>
                <a:cubicBezTo>
                  <a:pt x="2376424" y="190500"/>
                  <a:pt x="2361184" y="175260"/>
                  <a:pt x="2353564" y="160020"/>
                </a:cubicBezTo>
                <a:close/>
                <a:moveTo>
                  <a:pt x="4074922" y="182880"/>
                </a:moveTo>
                <a:cubicBezTo>
                  <a:pt x="4059682" y="182880"/>
                  <a:pt x="4044442" y="160020"/>
                  <a:pt x="4052062" y="137160"/>
                </a:cubicBezTo>
                <a:cubicBezTo>
                  <a:pt x="4052062" y="121920"/>
                  <a:pt x="4074922" y="106680"/>
                  <a:pt x="4097782" y="114300"/>
                </a:cubicBezTo>
                <a:cubicBezTo>
                  <a:pt x="4120642" y="114300"/>
                  <a:pt x="4128262" y="137160"/>
                  <a:pt x="4120642" y="160020"/>
                </a:cubicBezTo>
                <a:cubicBezTo>
                  <a:pt x="4120642" y="175260"/>
                  <a:pt x="4105402" y="190500"/>
                  <a:pt x="4090162" y="190500"/>
                </a:cubicBezTo>
                <a:cubicBezTo>
                  <a:pt x="4082542" y="190500"/>
                  <a:pt x="4082542" y="182880"/>
                  <a:pt x="4074922" y="182880"/>
                </a:cubicBezTo>
                <a:close/>
                <a:moveTo>
                  <a:pt x="2566797" y="106680"/>
                </a:moveTo>
                <a:cubicBezTo>
                  <a:pt x="2559177" y="91440"/>
                  <a:pt x="2574417" y="68580"/>
                  <a:pt x="2597277" y="60960"/>
                </a:cubicBezTo>
                <a:cubicBezTo>
                  <a:pt x="2612517" y="60960"/>
                  <a:pt x="2635377" y="76200"/>
                  <a:pt x="2635377" y="91440"/>
                </a:cubicBezTo>
                <a:cubicBezTo>
                  <a:pt x="2642997" y="114300"/>
                  <a:pt x="2627757" y="137160"/>
                  <a:pt x="2612517" y="137160"/>
                </a:cubicBezTo>
                <a:cubicBezTo>
                  <a:pt x="2604897" y="137160"/>
                  <a:pt x="2604897" y="137160"/>
                  <a:pt x="2604897" y="137160"/>
                </a:cubicBezTo>
                <a:cubicBezTo>
                  <a:pt x="2582037" y="137160"/>
                  <a:pt x="2566797" y="129540"/>
                  <a:pt x="2566797" y="106680"/>
                </a:cubicBezTo>
                <a:close/>
                <a:moveTo>
                  <a:pt x="3869182" y="137160"/>
                </a:moveTo>
                <a:cubicBezTo>
                  <a:pt x="3846322" y="129540"/>
                  <a:pt x="3838702" y="114300"/>
                  <a:pt x="3838702" y="91440"/>
                </a:cubicBezTo>
                <a:cubicBezTo>
                  <a:pt x="3846322" y="68580"/>
                  <a:pt x="3861562" y="60960"/>
                  <a:pt x="3884422" y="60960"/>
                </a:cubicBezTo>
                <a:cubicBezTo>
                  <a:pt x="3907282" y="68580"/>
                  <a:pt x="3922522" y="83820"/>
                  <a:pt x="3914902" y="106680"/>
                </a:cubicBezTo>
                <a:cubicBezTo>
                  <a:pt x="3914902" y="121920"/>
                  <a:pt x="3899662" y="137160"/>
                  <a:pt x="3876802" y="137160"/>
                </a:cubicBezTo>
                <a:cubicBezTo>
                  <a:pt x="3876802" y="137160"/>
                  <a:pt x="3876802" y="137160"/>
                  <a:pt x="3869182" y="137160"/>
                </a:cubicBezTo>
                <a:close/>
                <a:moveTo>
                  <a:pt x="2772410" y="68580"/>
                </a:moveTo>
                <a:cubicBezTo>
                  <a:pt x="2772410" y="45720"/>
                  <a:pt x="2787650" y="30480"/>
                  <a:pt x="2810510" y="30480"/>
                </a:cubicBezTo>
                <a:cubicBezTo>
                  <a:pt x="2825750" y="22860"/>
                  <a:pt x="2848610" y="38100"/>
                  <a:pt x="2848610" y="60960"/>
                </a:cubicBezTo>
                <a:cubicBezTo>
                  <a:pt x="2856230" y="83820"/>
                  <a:pt x="2840990" y="99060"/>
                  <a:pt x="2818130" y="106680"/>
                </a:cubicBezTo>
                <a:cubicBezTo>
                  <a:pt x="2818130" y="106680"/>
                  <a:pt x="2818130" y="106680"/>
                  <a:pt x="2810510" y="106680"/>
                </a:cubicBezTo>
                <a:cubicBezTo>
                  <a:pt x="2795270" y="106680"/>
                  <a:pt x="2780030" y="91440"/>
                  <a:pt x="2772410" y="68580"/>
                </a:cubicBezTo>
                <a:close/>
                <a:moveTo>
                  <a:pt x="3663569" y="99060"/>
                </a:moveTo>
                <a:cubicBezTo>
                  <a:pt x="3640709" y="99060"/>
                  <a:pt x="3625469" y="83820"/>
                  <a:pt x="3633089" y="60960"/>
                </a:cubicBezTo>
                <a:cubicBezTo>
                  <a:pt x="3633089" y="38100"/>
                  <a:pt x="3648329" y="22860"/>
                  <a:pt x="3671189" y="22860"/>
                </a:cubicBezTo>
                <a:cubicBezTo>
                  <a:pt x="3694049" y="30480"/>
                  <a:pt x="3709289" y="45720"/>
                  <a:pt x="3701669" y="68580"/>
                </a:cubicBezTo>
                <a:cubicBezTo>
                  <a:pt x="3701669" y="91440"/>
                  <a:pt x="3686429" y="99060"/>
                  <a:pt x="3663569" y="99060"/>
                </a:cubicBezTo>
                <a:close/>
                <a:moveTo>
                  <a:pt x="2985770" y="45720"/>
                </a:moveTo>
                <a:cubicBezTo>
                  <a:pt x="2985770" y="22860"/>
                  <a:pt x="3001010" y="7620"/>
                  <a:pt x="3023870" y="7620"/>
                </a:cubicBezTo>
                <a:cubicBezTo>
                  <a:pt x="3046730" y="7620"/>
                  <a:pt x="3061970" y="22860"/>
                  <a:pt x="3061970" y="38100"/>
                </a:cubicBezTo>
                <a:cubicBezTo>
                  <a:pt x="3061970" y="60960"/>
                  <a:pt x="3046730" y="83820"/>
                  <a:pt x="3031490" y="83820"/>
                </a:cubicBezTo>
                <a:cubicBezTo>
                  <a:pt x="3031490" y="83820"/>
                  <a:pt x="3023870" y="83820"/>
                  <a:pt x="3023870" y="83820"/>
                </a:cubicBezTo>
                <a:cubicBezTo>
                  <a:pt x="3008630" y="83820"/>
                  <a:pt x="2985770" y="68580"/>
                  <a:pt x="2985770" y="45720"/>
                </a:cubicBezTo>
                <a:close/>
                <a:moveTo>
                  <a:pt x="3450336" y="83820"/>
                </a:moveTo>
                <a:cubicBezTo>
                  <a:pt x="3427476" y="76200"/>
                  <a:pt x="3412236" y="60960"/>
                  <a:pt x="3412236" y="38100"/>
                </a:cubicBezTo>
                <a:cubicBezTo>
                  <a:pt x="3419856" y="22860"/>
                  <a:pt x="3435096" y="0"/>
                  <a:pt x="3457956" y="7620"/>
                </a:cubicBezTo>
                <a:cubicBezTo>
                  <a:pt x="3480816" y="7620"/>
                  <a:pt x="3496056" y="22860"/>
                  <a:pt x="3488436" y="45720"/>
                </a:cubicBezTo>
                <a:cubicBezTo>
                  <a:pt x="3488436" y="68580"/>
                  <a:pt x="3473196" y="83820"/>
                  <a:pt x="3450336" y="83820"/>
                </a:cubicBezTo>
                <a:close/>
                <a:moveTo>
                  <a:pt x="3199003" y="38100"/>
                </a:moveTo>
                <a:cubicBezTo>
                  <a:pt x="3199003" y="15240"/>
                  <a:pt x="3221863" y="0"/>
                  <a:pt x="3237103" y="0"/>
                </a:cubicBezTo>
                <a:cubicBezTo>
                  <a:pt x="3259963" y="0"/>
                  <a:pt x="3275203" y="15240"/>
                  <a:pt x="3275203" y="38100"/>
                </a:cubicBezTo>
                <a:cubicBezTo>
                  <a:pt x="3275203" y="60960"/>
                  <a:pt x="3259963" y="76200"/>
                  <a:pt x="3237103" y="76200"/>
                </a:cubicBezTo>
                <a:cubicBezTo>
                  <a:pt x="3221863" y="76200"/>
                  <a:pt x="3199003" y="60960"/>
                  <a:pt x="3199003" y="381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6701760" y="5544360"/>
            <a:ext cx="1991520" cy="1749240"/>
          </a:xfrm>
          <a:custGeom>
            <a:rect b="b" l="l" r="r" t="t"/>
            <a:pathLst>
              <a:path extrusionOk="0" h="2085848" w="2374519">
                <a:moveTo>
                  <a:pt x="1331849" y="0"/>
                </a:moveTo>
                <a:cubicBezTo>
                  <a:pt x="936117" y="0"/>
                  <a:pt x="593598" y="213106"/>
                  <a:pt x="410972" y="540512"/>
                </a:cubicBezTo>
                <a:cubicBezTo>
                  <a:pt x="0" y="639445"/>
                  <a:pt x="0" y="639445"/>
                  <a:pt x="0" y="639445"/>
                </a:cubicBezTo>
                <a:cubicBezTo>
                  <a:pt x="289179" y="943991"/>
                  <a:pt x="289179" y="943991"/>
                  <a:pt x="289179" y="943991"/>
                </a:cubicBezTo>
                <a:cubicBezTo>
                  <a:pt x="289179" y="974471"/>
                  <a:pt x="281559" y="1012444"/>
                  <a:pt x="281559" y="1042924"/>
                </a:cubicBezTo>
                <a:cubicBezTo>
                  <a:pt x="281559" y="1621536"/>
                  <a:pt x="753364" y="2085848"/>
                  <a:pt x="1331849" y="2085848"/>
                </a:cubicBezTo>
                <a:cubicBezTo>
                  <a:pt x="1902714" y="2085848"/>
                  <a:pt x="2374519" y="1621536"/>
                  <a:pt x="2374519" y="1042924"/>
                </a:cubicBezTo>
                <a:cubicBezTo>
                  <a:pt x="2374519" y="464312"/>
                  <a:pt x="1902714" y="0"/>
                  <a:pt x="1331849" y="0"/>
                </a:cubicBezTo>
                <a:close/>
              </a:path>
            </a:pathLst>
          </a:custGeom>
          <a:gradFill>
            <a:gsLst>
              <a:gs pos="0">
                <a:srgbClr val="0033D9"/>
              </a:gs>
              <a:gs pos="25000">
                <a:srgbClr val="5142F0"/>
              </a:gs>
              <a:gs pos="50000">
                <a:srgbClr val="A136FF"/>
              </a:gs>
              <a:gs pos="75000">
                <a:srgbClr val="C900FE"/>
              </a:gs>
              <a:gs pos="100000">
                <a:srgbClr val="F600FE"/>
              </a:gs>
            </a:gsLst>
            <a:lin ang="13500000" scaled="0"/>
          </a:gra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6701760" y="2986920"/>
            <a:ext cx="1991520" cy="1749960"/>
          </a:xfrm>
          <a:custGeom>
            <a:rect b="b" l="l" r="r" t="t"/>
            <a:pathLst>
              <a:path extrusionOk="0" h="2086610" w="2374519">
                <a:moveTo>
                  <a:pt x="1331849" y="0"/>
                </a:moveTo>
                <a:cubicBezTo>
                  <a:pt x="753491" y="0"/>
                  <a:pt x="281559" y="464566"/>
                  <a:pt x="281559" y="1043305"/>
                </a:cubicBezTo>
                <a:cubicBezTo>
                  <a:pt x="281559" y="1073785"/>
                  <a:pt x="289179" y="1104265"/>
                  <a:pt x="289179" y="1134745"/>
                </a:cubicBezTo>
                <a:cubicBezTo>
                  <a:pt x="0" y="1439291"/>
                  <a:pt x="0" y="1439291"/>
                  <a:pt x="0" y="1439291"/>
                </a:cubicBezTo>
                <a:cubicBezTo>
                  <a:pt x="410972" y="1538351"/>
                  <a:pt x="410972" y="1538351"/>
                  <a:pt x="410972" y="1538351"/>
                </a:cubicBezTo>
                <a:cubicBezTo>
                  <a:pt x="585978" y="1865757"/>
                  <a:pt x="928497" y="2086610"/>
                  <a:pt x="1331849" y="2086610"/>
                </a:cubicBezTo>
                <a:cubicBezTo>
                  <a:pt x="1902714" y="2086610"/>
                  <a:pt x="2374519" y="1622044"/>
                  <a:pt x="2374519" y="1043305"/>
                </a:cubicBezTo>
                <a:cubicBezTo>
                  <a:pt x="2374519" y="464566"/>
                  <a:pt x="1902714" y="0"/>
                  <a:pt x="1331849" y="0"/>
                </a:cubicBezTo>
                <a:close/>
              </a:path>
            </a:pathLst>
          </a:custGeom>
          <a:gradFill>
            <a:gsLst>
              <a:gs pos="0">
                <a:srgbClr val="0033D9"/>
              </a:gs>
              <a:gs pos="25000">
                <a:srgbClr val="5142F0"/>
              </a:gs>
              <a:gs pos="50000">
                <a:srgbClr val="A136FF"/>
              </a:gs>
              <a:gs pos="75000">
                <a:srgbClr val="C900FE"/>
              </a:gs>
              <a:gs pos="100000">
                <a:srgbClr val="F600FE"/>
              </a:gs>
            </a:gsLst>
            <a:lin ang="13500000" scaled="0"/>
          </a:gra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5404320" y="843840"/>
            <a:ext cx="1757880" cy="1797120"/>
          </a:xfrm>
          <a:custGeom>
            <a:rect b="b" l="l" r="r" t="t"/>
            <a:pathLst>
              <a:path extrusionOk="0" h="2142744" w="2096008">
                <a:moveTo>
                  <a:pt x="1051814" y="0"/>
                </a:moveTo>
                <a:cubicBezTo>
                  <a:pt x="472567" y="0"/>
                  <a:pt x="0" y="472821"/>
                  <a:pt x="0" y="1052322"/>
                </a:cubicBezTo>
                <a:cubicBezTo>
                  <a:pt x="0" y="1311529"/>
                  <a:pt x="99060" y="1548003"/>
                  <a:pt x="259080" y="1731010"/>
                </a:cubicBezTo>
                <a:cubicBezTo>
                  <a:pt x="198120" y="2142744"/>
                  <a:pt x="198120" y="2142744"/>
                  <a:pt x="198120" y="2142744"/>
                </a:cubicBezTo>
                <a:cubicBezTo>
                  <a:pt x="586867" y="1990217"/>
                  <a:pt x="586867" y="1990217"/>
                  <a:pt x="586867" y="1990217"/>
                </a:cubicBezTo>
                <a:cubicBezTo>
                  <a:pt x="724027" y="2058797"/>
                  <a:pt x="884047" y="2097024"/>
                  <a:pt x="1051814" y="2097024"/>
                </a:cubicBezTo>
                <a:cubicBezTo>
                  <a:pt x="1623441" y="2097024"/>
                  <a:pt x="2096008" y="1624203"/>
                  <a:pt x="2096008" y="1052322"/>
                </a:cubicBezTo>
                <a:cubicBezTo>
                  <a:pt x="2095881" y="472821"/>
                  <a:pt x="1623441" y="0"/>
                  <a:pt x="1051814" y="0"/>
                </a:cubicBezTo>
                <a:close/>
              </a:path>
            </a:pathLst>
          </a:custGeom>
          <a:gradFill>
            <a:gsLst>
              <a:gs pos="0">
                <a:srgbClr val="0033D9"/>
              </a:gs>
              <a:gs pos="25000">
                <a:srgbClr val="5142F0"/>
              </a:gs>
              <a:gs pos="50000">
                <a:srgbClr val="A136FF"/>
              </a:gs>
              <a:gs pos="75000">
                <a:srgbClr val="C900FE"/>
              </a:gs>
              <a:gs pos="100000">
                <a:srgbClr val="F600FE"/>
              </a:gs>
            </a:gsLst>
            <a:lin ang="13500000" scaled="0"/>
          </a:gra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928800" y="4818240"/>
            <a:ext cx="5310360" cy="86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670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Obstacles</a:t>
            </a:r>
            <a:endParaRPr b="0" sz="567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7316640" y="990720"/>
            <a:ext cx="4348800" cy="127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Incompatibility with the initial stack model (Django/Ionic).</a:t>
            </a:r>
            <a:endParaRPr b="0" sz="23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8884080" y="3305520"/>
            <a:ext cx="45363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Lack of knowledge about the testing process.</a:t>
            </a:r>
            <a:endParaRPr b="0" sz="23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8969760" y="5877000"/>
            <a:ext cx="5126760" cy="84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90" strike="noStrik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Failure to accurately estimate the original time frame.</a:t>
            </a:r>
            <a:endParaRPr b="0" sz="239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17"/>
          <p:cNvGrpSpPr/>
          <p:nvPr/>
        </p:nvGrpSpPr>
        <p:grpSpPr>
          <a:xfrm>
            <a:off x="6054480" y="5686200"/>
            <a:ext cx="457560" cy="457560"/>
            <a:chOff x="6054480" y="5686200"/>
            <a:chExt cx="457560" cy="457560"/>
          </a:xfrm>
        </p:grpSpPr>
        <p:sp>
          <p:nvSpPr>
            <p:cNvPr id="217" name="Google Shape;217;p17"/>
            <p:cNvSpPr/>
            <p:nvPr/>
          </p:nvSpPr>
          <p:spPr>
            <a:xfrm>
              <a:off x="6054480" y="5686200"/>
              <a:ext cx="457560" cy="45756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6097320" y="5702400"/>
              <a:ext cx="371520" cy="398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17"/>
          <p:cNvGrpSpPr/>
          <p:nvPr/>
        </p:nvGrpSpPr>
        <p:grpSpPr>
          <a:xfrm>
            <a:off x="6054480" y="4121280"/>
            <a:ext cx="457560" cy="457560"/>
            <a:chOff x="6054480" y="4121280"/>
            <a:chExt cx="457560" cy="457560"/>
          </a:xfrm>
        </p:grpSpPr>
        <p:sp>
          <p:nvSpPr>
            <p:cNvPr id="220" name="Google Shape;220;p17"/>
            <p:cNvSpPr/>
            <p:nvPr/>
          </p:nvSpPr>
          <p:spPr>
            <a:xfrm>
              <a:off x="6054480" y="4121280"/>
              <a:ext cx="457560" cy="45756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6097320" y="4137480"/>
              <a:ext cx="371520" cy="398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17"/>
          <p:cNvGrpSpPr/>
          <p:nvPr/>
        </p:nvGrpSpPr>
        <p:grpSpPr>
          <a:xfrm>
            <a:off x="5099760" y="2758320"/>
            <a:ext cx="457560" cy="457560"/>
            <a:chOff x="5099760" y="2758320"/>
            <a:chExt cx="457560" cy="457560"/>
          </a:xfrm>
        </p:grpSpPr>
        <p:sp>
          <p:nvSpPr>
            <p:cNvPr id="223" name="Google Shape;223;p17"/>
            <p:cNvSpPr/>
            <p:nvPr/>
          </p:nvSpPr>
          <p:spPr>
            <a:xfrm>
              <a:off x="5099760" y="2758320"/>
              <a:ext cx="457560" cy="45756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33D9"/>
                </a:gs>
                <a:gs pos="25000">
                  <a:srgbClr val="5142F0"/>
                </a:gs>
                <a:gs pos="50000">
                  <a:srgbClr val="A136FF"/>
                </a:gs>
                <a:gs pos="75000">
                  <a:srgbClr val="C900FE"/>
                </a:gs>
                <a:gs pos="100000">
                  <a:srgbClr val="F600FE"/>
                </a:gs>
              </a:gsLst>
              <a:lin ang="13500000" scaled="0"/>
            </a:gradFill>
            <a:ln cap="sq" cmpd="sng" w="3810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5142600" y="2774160"/>
              <a:ext cx="371520" cy="398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5" name="Google Shape;225;p17"/>
          <p:cNvSpPr/>
          <p:nvPr/>
        </p:nvSpPr>
        <p:spPr>
          <a:xfrm rot="-1898400">
            <a:off x="-1987200" y="8094960"/>
            <a:ext cx="4891320" cy="4903560"/>
          </a:xfrm>
          <a:custGeom>
            <a:rect b="b" l="l" r="r" t="t"/>
            <a:pathLst>
              <a:path extrusionOk="0" h="4903762" w="489150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/>
          <p:nvPr/>
        </p:nvSpPr>
        <p:spPr>
          <a:xfrm rot="-1898400">
            <a:off x="13299480" y="5075640"/>
            <a:ext cx="8700480" cy="8722440"/>
          </a:xfrm>
          <a:custGeom>
            <a:rect b="b" l="l" r="r" t="t"/>
            <a:pathLst>
              <a:path extrusionOk="0"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8"/>
          <p:cNvSpPr/>
          <p:nvPr/>
        </p:nvSpPr>
        <p:spPr>
          <a:xfrm rot="-1898400">
            <a:off x="-3785040" y="-3899160"/>
            <a:ext cx="8700480" cy="8722440"/>
          </a:xfrm>
          <a:custGeom>
            <a:rect b="b" l="l" r="r" t="t"/>
            <a:pathLst>
              <a:path extrusionOk="0"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5580000" y="3991680"/>
            <a:ext cx="7733880" cy="158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30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Questions </a:t>
            </a:r>
            <a:endParaRPr b="0" sz="1043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2006-08-16T00:00:00.0000000Z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