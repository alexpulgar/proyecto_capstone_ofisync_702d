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Montserrat" panose="020F0502020204030204" pitchFamily="2" charset="0"/>
      <p:regular r:id="rId15"/>
    </p:embeddedFont>
    <p:embeddedFont>
      <p:font typeface="Montserrat Bold" panose="020B0604020202020204" charset="0"/>
      <p:regular r:id="rId16"/>
    </p:embeddedFont>
    <p:embeddedFont>
      <p:font typeface="Roboto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5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2872211" y="-2776467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463626" y="1621617"/>
            <a:ext cx="753561" cy="75356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778711" y="7667323"/>
            <a:ext cx="1578921" cy="157892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123034" y="6107501"/>
            <a:ext cx="2564510" cy="2608348"/>
          </a:xfrm>
          <a:custGeom>
            <a:avLst/>
            <a:gdLst/>
            <a:ahLst/>
            <a:cxnLst/>
            <a:rect l="l" t="t" r="r" b="b"/>
            <a:pathLst>
              <a:path w="2564510" h="2608348">
                <a:moveTo>
                  <a:pt x="0" y="0"/>
                </a:moveTo>
                <a:lnTo>
                  <a:pt x="2564509" y="0"/>
                </a:lnTo>
                <a:lnTo>
                  <a:pt x="2564509" y="2608347"/>
                </a:lnTo>
                <a:lnTo>
                  <a:pt x="0" y="2608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98497" y="1431117"/>
            <a:ext cx="10072534" cy="3454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68"/>
              </a:lnSpc>
              <a:spcBef>
                <a:spcPct val="0"/>
              </a:spcBef>
            </a:pPr>
            <a:r>
              <a:rPr lang="en-US" sz="990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Ofisync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98497" y="5190916"/>
            <a:ext cx="7173539" cy="5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2"/>
              </a:lnSpc>
              <a:spcBef>
                <a:spcPct val="0"/>
              </a:spcBef>
            </a:pPr>
            <a:r>
              <a:rPr lang="en-US" sz="330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Presentación final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4393785" y="-4549297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898322">
            <a:off x="-3087120" y="7441242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105323" y="2315742"/>
            <a:ext cx="20498646" cy="6400994"/>
            <a:chOff x="0" y="0"/>
            <a:chExt cx="5398820" cy="16858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98820" cy="1685859"/>
            </a:xfrm>
            <a:custGeom>
              <a:avLst/>
              <a:gdLst/>
              <a:ahLst/>
              <a:cxnLst/>
              <a:rect l="l" t="t" r="r" b="b"/>
              <a:pathLst>
                <a:path w="5398820" h="1685859">
                  <a:moveTo>
                    <a:pt x="0" y="0"/>
                  </a:moveTo>
                  <a:lnTo>
                    <a:pt x="5398820" y="0"/>
                  </a:lnTo>
                  <a:lnTo>
                    <a:pt x="5398820" y="1685859"/>
                  </a:lnTo>
                  <a:lnTo>
                    <a:pt x="0" y="168585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398820" cy="1733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602659" y="4849605"/>
            <a:ext cx="3461793" cy="587791"/>
            <a:chOff x="0" y="0"/>
            <a:chExt cx="1066152" cy="1810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6152" cy="181026"/>
            </a:xfrm>
            <a:custGeom>
              <a:avLst/>
              <a:gdLst/>
              <a:ahLst/>
              <a:cxnLst/>
              <a:rect l="l" t="t" r="r" b="b"/>
              <a:pathLst>
                <a:path w="1066152" h="181026">
                  <a:moveTo>
                    <a:pt x="90513" y="0"/>
                  </a:moveTo>
                  <a:lnTo>
                    <a:pt x="975639" y="0"/>
                  </a:lnTo>
                  <a:cubicBezTo>
                    <a:pt x="999644" y="0"/>
                    <a:pt x="1022667" y="9536"/>
                    <a:pt x="1039641" y="26511"/>
                  </a:cubicBezTo>
                  <a:cubicBezTo>
                    <a:pt x="1056616" y="43485"/>
                    <a:pt x="1066152" y="66507"/>
                    <a:pt x="1066152" y="90513"/>
                  </a:cubicBezTo>
                  <a:lnTo>
                    <a:pt x="1066152" y="90513"/>
                  </a:lnTo>
                  <a:cubicBezTo>
                    <a:pt x="1066152" y="114518"/>
                    <a:pt x="1056616" y="137541"/>
                    <a:pt x="1039641" y="154515"/>
                  </a:cubicBezTo>
                  <a:cubicBezTo>
                    <a:pt x="1022667" y="171490"/>
                    <a:pt x="999644" y="181026"/>
                    <a:pt x="975639" y="181026"/>
                  </a:cubicBezTo>
                  <a:lnTo>
                    <a:pt x="90513" y="181026"/>
                  </a:lnTo>
                  <a:cubicBezTo>
                    <a:pt x="66507" y="181026"/>
                    <a:pt x="43485" y="171490"/>
                    <a:pt x="26511" y="154515"/>
                  </a:cubicBezTo>
                  <a:cubicBezTo>
                    <a:pt x="9536" y="137541"/>
                    <a:pt x="0" y="114518"/>
                    <a:pt x="0" y="90513"/>
                  </a:cubicBezTo>
                  <a:lnTo>
                    <a:pt x="0" y="90513"/>
                  </a:lnTo>
                  <a:cubicBezTo>
                    <a:pt x="0" y="66507"/>
                    <a:pt x="9536" y="43485"/>
                    <a:pt x="26511" y="26511"/>
                  </a:cubicBezTo>
                  <a:cubicBezTo>
                    <a:pt x="43485" y="9536"/>
                    <a:pt x="66507" y="0"/>
                    <a:pt x="9051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066152" cy="2286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Alexander Pulgar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55076" y="4849605"/>
            <a:ext cx="3461793" cy="587791"/>
            <a:chOff x="0" y="0"/>
            <a:chExt cx="1066152" cy="1810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6152" cy="181026"/>
            </a:xfrm>
            <a:custGeom>
              <a:avLst/>
              <a:gdLst/>
              <a:ahLst/>
              <a:cxnLst/>
              <a:rect l="l" t="t" r="r" b="b"/>
              <a:pathLst>
                <a:path w="1066152" h="181026">
                  <a:moveTo>
                    <a:pt x="90513" y="0"/>
                  </a:moveTo>
                  <a:lnTo>
                    <a:pt x="975639" y="0"/>
                  </a:lnTo>
                  <a:cubicBezTo>
                    <a:pt x="999644" y="0"/>
                    <a:pt x="1022667" y="9536"/>
                    <a:pt x="1039641" y="26511"/>
                  </a:cubicBezTo>
                  <a:cubicBezTo>
                    <a:pt x="1056616" y="43485"/>
                    <a:pt x="1066152" y="66507"/>
                    <a:pt x="1066152" y="90513"/>
                  </a:cubicBezTo>
                  <a:lnTo>
                    <a:pt x="1066152" y="90513"/>
                  </a:lnTo>
                  <a:cubicBezTo>
                    <a:pt x="1066152" y="114518"/>
                    <a:pt x="1056616" y="137541"/>
                    <a:pt x="1039641" y="154515"/>
                  </a:cubicBezTo>
                  <a:cubicBezTo>
                    <a:pt x="1022667" y="171490"/>
                    <a:pt x="999644" y="181026"/>
                    <a:pt x="975639" y="181026"/>
                  </a:cubicBezTo>
                  <a:lnTo>
                    <a:pt x="90513" y="181026"/>
                  </a:lnTo>
                  <a:cubicBezTo>
                    <a:pt x="66507" y="181026"/>
                    <a:pt x="43485" y="171490"/>
                    <a:pt x="26511" y="154515"/>
                  </a:cubicBezTo>
                  <a:cubicBezTo>
                    <a:pt x="9536" y="137541"/>
                    <a:pt x="0" y="114518"/>
                    <a:pt x="0" y="90513"/>
                  </a:cubicBezTo>
                  <a:lnTo>
                    <a:pt x="0" y="90513"/>
                  </a:lnTo>
                  <a:cubicBezTo>
                    <a:pt x="0" y="66507"/>
                    <a:pt x="9536" y="43485"/>
                    <a:pt x="26511" y="26511"/>
                  </a:cubicBezTo>
                  <a:cubicBezTo>
                    <a:pt x="43485" y="9536"/>
                    <a:pt x="66507" y="0"/>
                    <a:pt x="9051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66152" cy="2286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John Herrera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903869" y="4849605"/>
            <a:ext cx="3461793" cy="587791"/>
            <a:chOff x="0" y="0"/>
            <a:chExt cx="1066152" cy="1810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6152" cy="181026"/>
            </a:xfrm>
            <a:custGeom>
              <a:avLst/>
              <a:gdLst/>
              <a:ahLst/>
              <a:cxnLst/>
              <a:rect l="l" t="t" r="r" b="b"/>
              <a:pathLst>
                <a:path w="1066152" h="181026">
                  <a:moveTo>
                    <a:pt x="90513" y="0"/>
                  </a:moveTo>
                  <a:lnTo>
                    <a:pt x="975639" y="0"/>
                  </a:lnTo>
                  <a:cubicBezTo>
                    <a:pt x="999644" y="0"/>
                    <a:pt x="1022667" y="9536"/>
                    <a:pt x="1039641" y="26511"/>
                  </a:cubicBezTo>
                  <a:cubicBezTo>
                    <a:pt x="1056616" y="43485"/>
                    <a:pt x="1066152" y="66507"/>
                    <a:pt x="1066152" y="90513"/>
                  </a:cubicBezTo>
                  <a:lnTo>
                    <a:pt x="1066152" y="90513"/>
                  </a:lnTo>
                  <a:cubicBezTo>
                    <a:pt x="1066152" y="114518"/>
                    <a:pt x="1056616" y="137541"/>
                    <a:pt x="1039641" y="154515"/>
                  </a:cubicBezTo>
                  <a:cubicBezTo>
                    <a:pt x="1022667" y="171490"/>
                    <a:pt x="999644" y="181026"/>
                    <a:pt x="975639" y="181026"/>
                  </a:cubicBezTo>
                  <a:lnTo>
                    <a:pt x="90513" y="181026"/>
                  </a:lnTo>
                  <a:cubicBezTo>
                    <a:pt x="66507" y="181026"/>
                    <a:pt x="43485" y="171490"/>
                    <a:pt x="26511" y="154515"/>
                  </a:cubicBezTo>
                  <a:cubicBezTo>
                    <a:pt x="9536" y="137541"/>
                    <a:pt x="0" y="114518"/>
                    <a:pt x="0" y="90513"/>
                  </a:cubicBezTo>
                  <a:lnTo>
                    <a:pt x="0" y="90513"/>
                  </a:lnTo>
                  <a:cubicBezTo>
                    <a:pt x="0" y="66507"/>
                    <a:pt x="9536" y="43485"/>
                    <a:pt x="26511" y="26511"/>
                  </a:cubicBezTo>
                  <a:cubicBezTo>
                    <a:pt x="43485" y="9536"/>
                    <a:pt x="66507" y="0"/>
                    <a:pt x="9051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066152" cy="2286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Erick San Martin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473118" y="1019175"/>
            <a:ext cx="9790737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99"/>
              </a:lnSpc>
              <a:spcBef>
                <a:spcPct val="0"/>
              </a:spcBef>
            </a:pPr>
            <a:r>
              <a:rPr lang="en-US" sz="6916" b="1">
                <a:solidFill>
                  <a:srgbClr val="F4F6FC"/>
                </a:solidFill>
                <a:latin typeface="Roboto Bold"/>
                <a:ea typeface="Roboto Bold"/>
                <a:cs typeface="Roboto Bold"/>
                <a:sym typeface="Roboto Bold"/>
              </a:rPr>
              <a:t>Integrantes del proyecto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84719" y="5978896"/>
            <a:ext cx="2376797" cy="135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56"/>
              </a:lnSpc>
            </a:pPr>
            <a:r>
              <a:rPr lang="en-US" sz="159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Product Owner</a:t>
            </a:r>
          </a:p>
          <a:p>
            <a:pPr marL="0" lvl="0" indent="0" algn="ctr">
              <a:lnSpc>
                <a:spcPts val="2756"/>
              </a:lnSpc>
            </a:pPr>
            <a:endParaRPr lang="en-US" sz="159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2756"/>
              </a:lnSpc>
            </a:pPr>
            <a:r>
              <a:rPr lang="en-US" sz="159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Developer App Móvil, QA, DBA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55602" y="6103870"/>
            <a:ext cx="2376797" cy="135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56"/>
              </a:lnSpc>
            </a:pPr>
            <a:r>
              <a:rPr lang="en-US" sz="159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Scrum Master</a:t>
            </a:r>
          </a:p>
          <a:p>
            <a:pPr marL="0" lvl="0" indent="0" algn="ctr">
              <a:lnSpc>
                <a:spcPts val="2756"/>
              </a:lnSpc>
            </a:pPr>
            <a:endParaRPr lang="en-US" sz="159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2756"/>
              </a:lnSpc>
            </a:pPr>
            <a:r>
              <a:rPr lang="en-US" sz="159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Desarrollador Web, QA, DBA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40013" y="6103870"/>
            <a:ext cx="2389505" cy="135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sz="159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Equipo de desarrollo</a:t>
            </a:r>
          </a:p>
          <a:p>
            <a:pPr algn="ctr">
              <a:lnSpc>
                <a:spcPts val="2756"/>
              </a:lnSpc>
            </a:pPr>
            <a:endParaRPr lang="en-US" sz="159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2756"/>
              </a:lnSpc>
            </a:pPr>
            <a:r>
              <a:rPr lang="en-US" sz="159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Developer Web, QA, DBA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11610" y="4747260"/>
            <a:ext cx="450896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Propuesta de solucion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01853"/>
            <a:ext cx="8551635" cy="2546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734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Descripción del proyecto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7398" y="4753324"/>
            <a:ext cx="7195263" cy="412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0"/>
              </a:lnSpc>
              <a:spcBef>
                <a:spcPct val="0"/>
              </a:spcBef>
            </a:pPr>
            <a:r>
              <a:rPr lang="en-US" sz="2493" b="1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 o dolor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11610" y="5391822"/>
            <a:ext cx="5845517" cy="3663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0"/>
              </a:lnSpc>
            </a:pPr>
            <a:r>
              <a:rPr lang="en-US" sz="209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Ofisync es un sistema multiplataforma que integra un Portal Web para la administración y una Aplicación Móvil para los inquilinos.</a:t>
            </a:r>
          </a:p>
          <a:p>
            <a:pPr marL="0" lvl="0" indent="0" algn="l">
              <a:lnSpc>
                <a:spcPts val="2930"/>
              </a:lnSpc>
            </a:pPr>
            <a:endParaRPr lang="en-US" sz="2093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930"/>
              </a:lnSpc>
              <a:spcBef>
                <a:spcPct val="0"/>
              </a:spcBef>
            </a:pPr>
            <a:r>
              <a:rPr lang="en-US" sz="209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La solución centraliza y automatiza los procesos clave: cálculo de gastos comunes, reservas de espacios, control de inventario y bitácoras digitales, asegurando la sincronización de datos en tiempo real.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06886" y="5391822"/>
            <a:ext cx="7195263" cy="329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0"/>
              </a:lnSpc>
            </a:pPr>
            <a:r>
              <a:rPr lang="en-US" sz="209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La gestión de edificios y condominios en Chile se basa mayoritariamente en procesos manuales, planillas de Excel desconectadas o software no especializado.</a:t>
            </a:r>
          </a:p>
          <a:p>
            <a:pPr marL="0" lvl="0" indent="0" algn="l">
              <a:lnSpc>
                <a:spcPts val="2930"/>
              </a:lnSpc>
            </a:pPr>
            <a:endParaRPr lang="en-US" sz="2093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930"/>
              </a:lnSpc>
              <a:spcBef>
                <a:spcPct val="0"/>
              </a:spcBef>
            </a:pPr>
            <a:r>
              <a:rPr lang="en-US" sz="209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Esto provoca ineficiencias operativas, errores frecuentes en el cálculo de gastos comunes y una falta de transparencia crítica hacia los inquilinos, afectando la confianza y la gestión diaria.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9580335" y="4639024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301152"/>
            <a:ext cx="406107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 General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67587" y="2301152"/>
            <a:ext cx="406107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 Específicos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2035" y="3332986"/>
            <a:ext cx="7127605" cy="1712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16"/>
              </a:lnSpc>
              <a:spcBef>
                <a:spcPct val="0"/>
              </a:spcBef>
            </a:pPr>
            <a:r>
              <a:rPr lang="en-US" sz="194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Desarrollar un sistema multiplataforma (web y móvil) que modernice y automatice la gestión de edificios de oficinas, optimizando recursos y mejorando la experiencia de usuario mediante la digitalización de procesos.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8993275"/>
            <a:ext cx="18288000" cy="1293725"/>
            <a:chOff x="0" y="0"/>
            <a:chExt cx="4633513" cy="3277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33513" cy="327783"/>
            </a:xfrm>
            <a:custGeom>
              <a:avLst/>
              <a:gdLst/>
              <a:ahLst/>
              <a:cxnLst/>
              <a:rect l="l" t="t" r="r" b="b"/>
              <a:pathLst>
                <a:path w="4633513" h="327783">
                  <a:moveTo>
                    <a:pt x="0" y="0"/>
                  </a:moveTo>
                  <a:lnTo>
                    <a:pt x="4633513" y="0"/>
                  </a:lnTo>
                  <a:lnTo>
                    <a:pt x="4633513" y="327783"/>
                  </a:lnTo>
                  <a:lnTo>
                    <a:pt x="0" y="327783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633513" cy="365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09" y="-464084"/>
            <a:ext cx="18583591" cy="1757809"/>
            <a:chOff x="0" y="0"/>
            <a:chExt cx="4586339" cy="3277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86339" cy="327783"/>
            </a:xfrm>
            <a:custGeom>
              <a:avLst/>
              <a:gdLst/>
              <a:ahLst/>
              <a:cxnLst/>
              <a:rect l="l" t="t" r="r" b="b"/>
              <a:pathLst>
                <a:path w="4586339" h="327783">
                  <a:moveTo>
                    <a:pt x="0" y="0"/>
                  </a:moveTo>
                  <a:lnTo>
                    <a:pt x="4586339" y="0"/>
                  </a:lnTo>
                  <a:lnTo>
                    <a:pt x="4586339" y="327783"/>
                  </a:lnTo>
                  <a:lnTo>
                    <a:pt x="0" y="327783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586339" cy="365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152768" y="-45727"/>
            <a:ext cx="5890717" cy="125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0276"/>
              </a:lnSpc>
              <a:spcBef>
                <a:spcPct val="0"/>
              </a:spcBef>
            </a:pPr>
            <a:r>
              <a:rPr lang="en-US" sz="734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67587" y="2962678"/>
            <a:ext cx="7127605" cy="432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69"/>
              </a:lnSpc>
            </a:pPr>
            <a:r>
              <a:rPr lang="en-US" sz="1906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Automatizar el cálculo de gastos comunes para reducir errores administrativos.</a:t>
            </a:r>
          </a:p>
          <a:p>
            <a:pPr marL="0" lvl="0" indent="0" algn="just">
              <a:lnSpc>
                <a:spcPts val="2669"/>
              </a:lnSpc>
            </a:pPr>
            <a:endParaRPr lang="en-US" sz="1906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>
              <a:lnSpc>
                <a:spcPts val="2669"/>
              </a:lnSpc>
            </a:pPr>
            <a:r>
              <a:rPr lang="en-US" sz="1906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Mejorar la transparencia y confianza de los inquilinos mediante el acceso a información financiera en tiempo real.</a:t>
            </a:r>
          </a:p>
          <a:p>
            <a:pPr marL="0" lvl="0" indent="0" algn="just">
              <a:lnSpc>
                <a:spcPts val="2669"/>
              </a:lnSpc>
            </a:pPr>
            <a:endParaRPr lang="en-US" sz="1906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>
              <a:lnSpc>
                <a:spcPts val="2669"/>
              </a:lnSpc>
            </a:pPr>
            <a:r>
              <a:rPr lang="en-US" sz="1906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Optimizar los flujos de trabajo operativos para administradores, conserjes y personal de aseo.</a:t>
            </a:r>
          </a:p>
          <a:p>
            <a:pPr marL="0" lvl="0" indent="0" algn="just">
              <a:lnSpc>
                <a:spcPts val="2669"/>
              </a:lnSpc>
            </a:pPr>
            <a:endParaRPr lang="en-US" sz="1906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>
              <a:lnSpc>
                <a:spcPts val="2669"/>
              </a:lnSpc>
              <a:spcBef>
                <a:spcPct val="0"/>
              </a:spcBef>
            </a:pPr>
            <a:r>
              <a:rPr lang="en-US" sz="1906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Asegurar la sincronización en tiempo real entre el portal web y la aplicación móvil mediante una base de datos centralizada.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11610" y="2721835"/>
            <a:ext cx="450896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Limitaciones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06886" y="2534426"/>
            <a:ext cx="7195263" cy="412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0"/>
              </a:lnSpc>
              <a:spcBef>
                <a:spcPct val="0"/>
              </a:spcBef>
            </a:pPr>
            <a:r>
              <a:rPr lang="en-US" sz="2493" b="1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11610" y="3579311"/>
            <a:ext cx="5845517" cy="5928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0"/>
              </a:lnSpc>
              <a:spcBef>
                <a:spcPct val="0"/>
              </a:spcBef>
            </a:pPr>
            <a:r>
              <a:rPr lang="en-US" sz="2093" b="1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Alcances Funcionales: </a:t>
            </a:r>
            <a:r>
              <a:rPr lang="en-US" sz="209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El desarrollo se limita estrictamente a las 5 épicas priorizadas en el Product Backlog (Gastos, Reservas, Inventario, Bitácora, Autenticación).</a:t>
            </a:r>
          </a:p>
          <a:p>
            <a:pPr marL="0" lvl="0" indent="0" algn="l">
              <a:lnSpc>
                <a:spcPts val="2930"/>
              </a:lnSpc>
              <a:spcBef>
                <a:spcPct val="0"/>
              </a:spcBef>
            </a:pPr>
            <a:endParaRPr lang="en-US" sz="2093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930"/>
              </a:lnSpc>
              <a:spcBef>
                <a:spcPct val="0"/>
              </a:spcBef>
            </a:pPr>
            <a:r>
              <a:rPr lang="en-US" sz="2093" b="1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De Pagos: </a:t>
            </a:r>
            <a:r>
              <a:rPr lang="en-US" sz="209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No se incluye integración con pasarelas de pago (WebPay/Transbank) en esta versión; la validación es mediante comprobantes manuales.</a:t>
            </a:r>
          </a:p>
          <a:p>
            <a:pPr marL="0" lvl="0" indent="0" algn="l">
              <a:lnSpc>
                <a:spcPts val="2930"/>
              </a:lnSpc>
              <a:spcBef>
                <a:spcPct val="0"/>
              </a:spcBef>
            </a:pPr>
            <a:endParaRPr lang="en-US" sz="2093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930"/>
              </a:lnSpc>
              <a:spcBef>
                <a:spcPct val="0"/>
              </a:spcBef>
            </a:pPr>
            <a:r>
              <a:rPr lang="en-US" sz="2093" b="1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Carga de Datos: </a:t>
            </a:r>
            <a:r>
              <a:rPr lang="en-US" sz="209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El sistema requiere que la administración del edificio realice la carga inicial de datos maestros (usuarios, oficinas, prorrateos).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06886" y="3097839"/>
            <a:ext cx="7110297" cy="651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96"/>
              </a:lnSpc>
            </a:pPr>
            <a:r>
              <a:rPr lang="en-US" sz="2068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Portal Web (Administración):</a:t>
            </a:r>
          </a:p>
          <a:p>
            <a:pPr marL="0" lvl="0" indent="0" algn="l">
              <a:lnSpc>
                <a:spcPts val="2896"/>
              </a:lnSpc>
            </a:pPr>
            <a:endParaRPr lang="en-US" sz="2068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46625" lvl="1" indent="-223312" algn="l">
              <a:lnSpc>
                <a:spcPts val="2896"/>
              </a:lnSpc>
              <a:buFont typeface="Arial"/>
              <a:buChar char="•"/>
            </a:pPr>
            <a:r>
              <a:rPr lang="en-US" sz="2068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Módulo de cálculo y gestión de gastos comunes.</a:t>
            </a:r>
          </a:p>
          <a:p>
            <a:pPr marL="446625" lvl="1" indent="-223312" algn="l">
              <a:lnSpc>
                <a:spcPts val="2896"/>
              </a:lnSpc>
              <a:buFont typeface="Arial"/>
              <a:buChar char="•"/>
            </a:pPr>
            <a:r>
              <a:rPr lang="en-US" sz="2068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Sistema de control de inventario (CRUD) para insumos.</a:t>
            </a:r>
          </a:p>
          <a:p>
            <a:pPr marL="446625" lvl="1" indent="-223312" algn="l">
              <a:lnSpc>
                <a:spcPts val="2896"/>
              </a:lnSpc>
              <a:buFont typeface="Arial"/>
              <a:buChar char="•"/>
            </a:pPr>
            <a:r>
              <a:rPr lang="en-US" sz="2068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Gestión centralizada de reservas y validación de pagos.</a:t>
            </a:r>
          </a:p>
          <a:p>
            <a:pPr marL="446625" lvl="1" indent="-223312" algn="l">
              <a:lnSpc>
                <a:spcPts val="2896"/>
              </a:lnSpc>
              <a:buFont typeface="Arial"/>
              <a:buChar char="•"/>
            </a:pPr>
            <a:r>
              <a:rPr lang="en-US" sz="2068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Bitácora Digital para el registro de eventos y control de acceso.</a:t>
            </a:r>
          </a:p>
          <a:p>
            <a:pPr marL="0" lvl="0" indent="0" algn="l">
              <a:lnSpc>
                <a:spcPts val="2896"/>
              </a:lnSpc>
            </a:pPr>
            <a:r>
              <a:rPr lang="en-US" sz="2068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Aplicación Móvil (Inquilinos):</a:t>
            </a:r>
          </a:p>
          <a:p>
            <a:pPr marL="0" lvl="0" indent="0" algn="l">
              <a:lnSpc>
                <a:spcPts val="2896"/>
              </a:lnSpc>
            </a:pPr>
            <a:endParaRPr lang="en-US" sz="2068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46625" lvl="1" indent="-223312" algn="l">
              <a:lnSpc>
                <a:spcPts val="2896"/>
              </a:lnSpc>
              <a:buFont typeface="Arial"/>
              <a:buChar char="•"/>
            </a:pPr>
            <a:r>
              <a:rPr lang="en-US" sz="2068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Consulta de gastos comunes y estado de deuda.</a:t>
            </a:r>
          </a:p>
          <a:p>
            <a:pPr marL="446625" lvl="1" indent="-223312" algn="l">
              <a:lnSpc>
                <a:spcPts val="2896"/>
              </a:lnSpc>
              <a:buFont typeface="Arial"/>
              <a:buChar char="•"/>
            </a:pPr>
            <a:r>
              <a:rPr lang="en-US" sz="2068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Carga de comprobantes de pago (imágenes/PDF).</a:t>
            </a:r>
          </a:p>
          <a:p>
            <a:pPr marL="446625" lvl="1" indent="-223312" algn="l">
              <a:lnSpc>
                <a:spcPts val="2896"/>
              </a:lnSpc>
              <a:buFont typeface="Arial"/>
              <a:buChar char="•"/>
            </a:pPr>
            <a:r>
              <a:rPr lang="en-US" sz="2068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Reserva de servicios y espacios comunes en tiempo real.</a:t>
            </a:r>
          </a:p>
          <a:p>
            <a:pPr algn="l">
              <a:lnSpc>
                <a:spcPts val="2896"/>
              </a:lnSpc>
              <a:spcBef>
                <a:spcPct val="0"/>
              </a:spcBef>
            </a:pPr>
            <a:r>
              <a:rPr lang="en-US" sz="2068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Infraestructura: Base de datos PostgreSQL centralizada para sincronización instantánea entre plataforma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13555" y="294159"/>
            <a:ext cx="12622426" cy="98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42"/>
              </a:lnSpc>
              <a:spcBef>
                <a:spcPct val="0"/>
              </a:spcBef>
            </a:pPr>
            <a:r>
              <a:rPr lang="en-US" sz="574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Alcances y limitaciones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519823" y="3399121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51465" y="-2544328"/>
            <a:ext cx="9898854" cy="8599630"/>
          </a:xfrm>
          <a:custGeom>
            <a:avLst/>
            <a:gdLst/>
            <a:ahLst/>
            <a:cxnLst/>
            <a:rect l="l" t="t" r="r" b="b"/>
            <a:pathLst>
              <a:path w="9898854" h="8599630">
                <a:moveTo>
                  <a:pt x="0" y="0"/>
                </a:moveTo>
                <a:lnTo>
                  <a:pt x="9898854" y="0"/>
                </a:lnTo>
                <a:lnTo>
                  <a:pt x="9898854" y="8599629"/>
                </a:lnTo>
                <a:lnTo>
                  <a:pt x="0" y="859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148015" y="465521"/>
            <a:ext cx="3940092" cy="3940092"/>
          </a:xfrm>
          <a:custGeom>
            <a:avLst/>
            <a:gdLst/>
            <a:ahLst/>
            <a:cxnLst/>
            <a:rect l="l" t="t" r="r" b="b"/>
            <a:pathLst>
              <a:path w="3940092" h="3940092">
                <a:moveTo>
                  <a:pt x="0" y="0"/>
                </a:moveTo>
                <a:lnTo>
                  <a:pt x="3940092" y="0"/>
                </a:lnTo>
                <a:lnTo>
                  <a:pt x="3940092" y="3940093"/>
                </a:lnTo>
                <a:lnTo>
                  <a:pt x="0" y="39400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05423" y="849910"/>
            <a:ext cx="8525731" cy="222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41"/>
              </a:lnSpc>
              <a:spcBef>
                <a:spcPct val="0"/>
              </a:spcBef>
            </a:pPr>
            <a:r>
              <a:rPr lang="en-US" sz="7368" b="1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Metodología: Scrum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5423" y="3142813"/>
            <a:ext cx="8884128" cy="5937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4"/>
              </a:lnSpc>
              <a:spcBef>
                <a:spcPct val="0"/>
              </a:spcBef>
            </a:pPr>
            <a:r>
              <a:rPr lang="en-US" sz="2117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Se eligió Scrum para garantizar entregas frecuentes de software funcional, permitiendo una validación continua con los objetivos del cliente y una adaptación rápida ante cambios o imprevistos técnicos.</a:t>
            </a:r>
          </a:p>
          <a:p>
            <a:pPr marL="0" lvl="0" indent="0" algn="l">
              <a:lnSpc>
                <a:spcPts val="2964"/>
              </a:lnSpc>
              <a:spcBef>
                <a:spcPct val="0"/>
              </a:spcBef>
            </a:pPr>
            <a:endParaRPr lang="en-US" sz="2117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964"/>
              </a:lnSpc>
              <a:spcBef>
                <a:spcPct val="0"/>
              </a:spcBef>
            </a:pPr>
            <a:r>
              <a:rPr lang="en-US" sz="2117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Dinámica de Trabajo:</a:t>
            </a:r>
          </a:p>
          <a:p>
            <a:pPr marL="0" lvl="0" indent="0" algn="l">
              <a:lnSpc>
                <a:spcPts val="2964"/>
              </a:lnSpc>
              <a:spcBef>
                <a:spcPct val="0"/>
              </a:spcBef>
            </a:pPr>
            <a:endParaRPr lang="en-US" sz="2117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172" lvl="1" indent="-228586" algn="l">
              <a:lnSpc>
                <a:spcPts val="2964"/>
              </a:lnSpc>
              <a:spcBef>
                <a:spcPct val="0"/>
              </a:spcBef>
              <a:buFont typeface="Arial"/>
              <a:buChar char="•"/>
            </a:pPr>
            <a:r>
              <a:rPr lang="en-US" sz="2117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Planificación Dinámica: Uso de sprints de 2-3 semanas para dividir el trabajo en bloques manejables.</a:t>
            </a:r>
          </a:p>
          <a:p>
            <a:pPr algn="l">
              <a:lnSpc>
                <a:spcPts val="2964"/>
              </a:lnSpc>
              <a:spcBef>
                <a:spcPct val="0"/>
              </a:spcBef>
            </a:pPr>
            <a:endParaRPr lang="en-US" sz="2117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172" lvl="1" indent="-228586" algn="l">
              <a:lnSpc>
                <a:spcPts val="2964"/>
              </a:lnSpc>
              <a:spcBef>
                <a:spcPct val="0"/>
              </a:spcBef>
              <a:buFont typeface="Arial"/>
              <a:buChar char="•"/>
            </a:pPr>
            <a:r>
              <a:rPr lang="en-US" sz="2117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Colaboración Continua: Comunicación diaria para sincronizar el avance entre módulos Web y Móvil.</a:t>
            </a:r>
          </a:p>
          <a:p>
            <a:pPr algn="l">
              <a:lnSpc>
                <a:spcPts val="2964"/>
              </a:lnSpc>
              <a:spcBef>
                <a:spcPct val="0"/>
              </a:spcBef>
            </a:pPr>
            <a:endParaRPr lang="en-US" sz="2117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172" lvl="1" indent="-228586" algn="l">
              <a:lnSpc>
                <a:spcPts val="2964"/>
              </a:lnSpc>
              <a:spcBef>
                <a:spcPct val="0"/>
              </a:spcBef>
              <a:buFont typeface="Arial"/>
              <a:buChar char="•"/>
            </a:pPr>
            <a:r>
              <a:rPr lang="en-US" sz="2117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Adaptabilidad: Capacidad probada para reaccionar ante desafíos técnicos (como la migración de tecnología) sin perder el foco en los entregables.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07091" y="0"/>
            <a:ext cx="10214850" cy="209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620"/>
              </a:lnSpc>
              <a:spcBef>
                <a:spcPct val="0"/>
              </a:spcBef>
            </a:pPr>
            <a:r>
              <a:rPr lang="en-US" sz="138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Roadmap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3029023"/>
            <a:ext cx="18288000" cy="4000102"/>
          </a:xfrm>
          <a:custGeom>
            <a:avLst/>
            <a:gdLst/>
            <a:ahLst/>
            <a:cxnLst/>
            <a:rect l="l" t="t" r="r" b="b"/>
            <a:pathLst>
              <a:path w="18288000" h="4000102">
                <a:moveTo>
                  <a:pt x="0" y="0"/>
                </a:moveTo>
                <a:lnTo>
                  <a:pt x="18288000" y="0"/>
                </a:lnTo>
                <a:lnTo>
                  <a:pt x="18288000" y="4000102"/>
                </a:lnTo>
                <a:lnTo>
                  <a:pt x="0" y="4000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47" b="-1819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4905080" y="-4731243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34526">
            <a:off x="-3196566" y="7742974"/>
            <a:ext cx="7347813" cy="7366228"/>
          </a:xfrm>
          <a:custGeom>
            <a:avLst/>
            <a:gdLst/>
            <a:ahLst/>
            <a:cxnLst/>
            <a:rect l="l" t="t" r="r" b="b"/>
            <a:pathLst>
              <a:path w="7347813" h="7366228">
                <a:moveTo>
                  <a:pt x="0" y="0"/>
                </a:moveTo>
                <a:lnTo>
                  <a:pt x="7347813" y="0"/>
                </a:lnTo>
                <a:lnTo>
                  <a:pt x="7347813" y="7366228"/>
                </a:lnTo>
                <a:lnTo>
                  <a:pt x="0" y="7366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12065" y="1377287"/>
            <a:ext cx="12499996" cy="8146128"/>
          </a:xfrm>
          <a:custGeom>
            <a:avLst/>
            <a:gdLst/>
            <a:ahLst/>
            <a:cxnLst/>
            <a:rect l="l" t="t" r="r" b="b"/>
            <a:pathLst>
              <a:path w="12499996" h="8146128">
                <a:moveTo>
                  <a:pt x="0" y="0"/>
                </a:moveTo>
                <a:lnTo>
                  <a:pt x="12499996" y="0"/>
                </a:lnTo>
                <a:lnTo>
                  <a:pt x="12499996" y="8146128"/>
                </a:lnTo>
                <a:lnTo>
                  <a:pt x="0" y="814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93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560962"/>
            <a:ext cx="5926983" cy="91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06"/>
              </a:lnSpc>
              <a:spcBef>
                <a:spcPct val="0"/>
              </a:spcBef>
            </a:pPr>
            <a:r>
              <a:rPr lang="en-US" sz="5921" b="1">
                <a:solidFill>
                  <a:srgbClr val="F4F6FC"/>
                </a:solidFill>
                <a:latin typeface="Roboto Bold"/>
                <a:ea typeface="Roboto Bold"/>
                <a:cs typeface="Roboto Bold"/>
                <a:sym typeface="Roboto Bold"/>
              </a:rPr>
              <a:t>Arquitectura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9989" y="3354571"/>
            <a:ext cx="5926983" cy="352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0"/>
              </a:lnSpc>
              <a:spcBef>
                <a:spcPct val="0"/>
              </a:spcBef>
            </a:pPr>
            <a:r>
              <a:rPr lang="en-US" sz="2093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01130" y="257178"/>
            <a:ext cx="12469191" cy="9580076"/>
          </a:xfrm>
          <a:custGeom>
            <a:avLst/>
            <a:gdLst/>
            <a:ahLst/>
            <a:cxnLst/>
            <a:rect l="l" t="t" r="r" b="b"/>
            <a:pathLst>
              <a:path w="12469191" h="9580076">
                <a:moveTo>
                  <a:pt x="0" y="0"/>
                </a:moveTo>
                <a:lnTo>
                  <a:pt x="12469191" y="0"/>
                </a:lnTo>
                <a:lnTo>
                  <a:pt x="12469191" y="9580076"/>
                </a:lnTo>
                <a:lnTo>
                  <a:pt x="0" y="9580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3319" y="408459"/>
            <a:ext cx="4269501" cy="388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61"/>
              </a:lnSpc>
              <a:spcBef>
                <a:spcPct val="0"/>
              </a:spcBef>
            </a:pPr>
            <a:r>
              <a:rPr lang="en-US" sz="855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 de datos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4393785" y="-4549297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00496" y="2445166"/>
            <a:ext cx="4196162" cy="2076420"/>
          </a:xfrm>
          <a:custGeom>
            <a:avLst/>
            <a:gdLst/>
            <a:ahLst/>
            <a:cxnLst/>
            <a:rect l="l" t="t" r="r" b="b"/>
            <a:pathLst>
              <a:path w="4196162" h="2076420">
                <a:moveTo>
                  <a:pt x="0" y="0"/>
                </a:moveTo>
                <a:lnTo>
                  <a:pt x="4196162" y="0"/>
                </a:lnTo>
                <a:lnTo>
                  <a:pt x="4196162" y="2076420"/>
                </a:lnTo>
                <a:lnTo>
                  <a:pt x="0" y="207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836" b="-683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5222" y="2396406"/>
            <a:ext cx="4256700" cy="2125180"/>
          </a:xfrm>
          <a:custGeom>
            <a:avLst/>
            <a:gdLst/>
            <a:ahLst/>
            <a:cxnLst/>
            <a:rect l="l" t="t" r="r" b="b"/>
            <a:pathLst>
              <a:path w="4256700" h="2125180">
                <a:moveTo>
                  <a:pt x="0" y="0"/>
                </a:moveTo>
                <a:lnTo>
                  <a:pt x="4256700" y="0"/>
                </a:lnTo>
                <a:lnTo>
                  <a:pt x="4256700" y="2125180"/>
                </a:lnTo>
                <a:lnTo>
                  <a:pt x="0" y="2125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971" r="-1897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71915" y="5143500"/>
            <a:ext cx="4256700" cy="2362469"/>
          </a:xfrm>
          <a:custGeom>
            <a:avLst/>
            <a:gdLst/>
            <a:ahLst/>
            <a:cxnLst/>
            <a:rect l="l" t="t" r="r" b="b"/>
            <a:pathLst>
              <a:path w="4256700" h="2362469">
                <a:moveTo>
                  <a:pt x="0" y="0"/>
                </a:moveTo>
                <a:lnTo>
                  <a:pt x="4256700" y="0"/>
                </a:lnTo>
                <a:lnTo>
                  <a:pt x="4256700" y="2362469"/>
                </a:lnTo>
                <a:lnTo>
                  <a:pt x="0" y="23624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827872" y="2445166"/>
            <a:ext cx="3882254" cy="2125180"/>
          </a:xfrm>
          <a:custGeom>
            <a:avLst/>
            <a:gdLst/>
            <a:ahLst/>
            <a:cxnLst/>
            <a:rect l="l" t="t" r="r" b="b"/>
            <a:pathLst>
              <a:path w="3882254" h="2125180">
                <a:moveTo>
                  <a:pt x="0" y="0"/>
                </a:moveTo>
                <a:lnTo>
                  <a:pt x="3882254" y="0"/>
                </a:lnTo>
                <a:lnTo>
                  <a:pt x="3882254" y="2125181"/>
                </a:lnTo>
                <a:lnTo>
                  <a:pt x="0" y="21251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545" b="-22471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821538" y="5134141"/>
            <a:ext cx="3882254" cy="2362469"/>
          </a:xfrm>
          <a:custGeom>
            <a:avLst/>
            <a:gdLst/>
            <a:ahLst/>
            <a:cxnLst/>
            <a:rect l="l" t="t" r="r" b="b"/>
            <a:pathLst>
              <a:path w="3882254" h="2362469">
                <a:moveTo>
                  <a:pt x="0" y="0"/>
                </a:moveTo>
                <a:lnTo>
                  <a:pt x="3882253" y="0"/>
                </a:lnTo>
                <a:lnTo>
                  <a:pt x="3882253" y="2362468"/>
                </a:lnTo>
                <a:lnTo>
                  <a:pt x="0" y="23624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8183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596714" y="5134141"/>
            <a:ext cx="4199944" cy="2362469"/>
          </a:xfrm>
          <a:custGeom>
            <a:avLst/>
            <a:gdLst/>
            <a:ahLst/>
            <a:cxnLst/>
            <a:rect l="l" t="t" r="r" b="b"/>
            <a:pathLst>
              <a:path w="4199944" h="2362469">
                <a:moveTo>
                  <a:pt x="0" y="0"/>
                </a:moveTo>
                <a:lnTo>
                  <a:pt x="4199944" y="0"/>
                </a:lnTo>
                <a:lnTo>
                  <a:pt x="4199944" y="2362468"/>
                </a:lnTo>
                <a:lnTo>
                  <a:pt x="0" y="2362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746594" y="7868084"/>
            <a:ext cx="3884145" cy="2039176"/>
          </a:xfrm>
          <a:custGeom>
            <a:avLst/>
            <a:gdLst/>
            <a:ahLst/>
            <a:cxnLst/>
            <a:rect l="l" t="t" r="r" b="b"/>
            <a:pathLst>
              <a:path w="3884145" h="2039176">
                <a:moveTo>
                  <a:pt x="0" y="0"/>
                </a:moveTo>
                <a:lnTo>
                  <a:pt x="3884145" y="0"/>
                </a:lnTo>
                <a:lnTo>
                  <a:pt x="3884145" y="2039176"/>
                </a:lnTo>
                <a:lnTo>
                  <a:pt x="0" y="20391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792353" y="1019175"/>
            <a:ext cx="9790737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99"/>
              </a:lnSpc>
              <a:spcBef>
                <a:spcPct val="0"/>
              </a:spcBef>
            </a:pPr>
            <a:r>
              <a:rPr lang="en-US" sz="6916" b="1">
                <a:solidFill>
                  <a:srgbClr val="F4F6FC"/>
                </a:solidFill>
                <a:latin typeface="Roboto Bold"/>
                <a:ea typeface="Roboto Bold"/>
                <a:cs typeface="Roboto Bold"/>
                <a:sym typeface="Roboto Bold"/>
              </a:rPr>
              <a:t>Tecnologías utilizadas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11344" y="2642750"/>
            <a:ext cx="4396341" cy="5999956"/>
          </a:xfrm>
          <a:custGeom>
            <a:avLst/>
            <a:gdLst/>
            <a:ahLst/>
            <a:cxnLst/>
            <a:rect l="l" t="t" r="r" b="b"/>
            <a:pathLst>
              <a:path w="4396341" h="5999956">
                <a:moveTo>
                  <a:pt x="0" y="0"/>
                </a:moveTo>
                <a:lnTo>
                  <a:pt x="4396341" y="0"/>
                </a:lnTo>
                <a:lnTo>
                  <a:pt x="4396341" y="5999956"/>
                </a:lnTo>
                <a:lnTo>
                  <a:pt x="0" y="5999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42" b="-554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3142" y="1019175"/>
            <a:ext cx="16916158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99"/>
              </a:lnSpc>
              <a:spcBef>
                <a:spcPct val="0"/>
              </a:spcBef>
            </a:pPr>
            <a:r>
              <a:rPr lang="en-US" sz="6916" b="1">
                <a:solidFill>
                  <a:srgbClr val="F4F6FC"/>
                </a:solidFill>
                <a:latin typeface="Roboto Bold"/>
                <a:ea typeface="Roboto Bold"/>
                <a:cs typeface="Roboto Bold"/>
                <a:sym typeface="Roboto Bold"/>
              </a:rPr>
              <a:t>Demostración del resultado del proyecto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2719553" y="-4023370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83487" y="2086897"/>
            <a:ext cx="6218139" cy="621813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1219" y="2363976"/>
            <a:ext cx="5685609" cy="5688763"/>
            <a:chOff x="0" y="0"/>
            <a:chExt cx="6489360" cy="64929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89446" cy="6493002"/>
            </a:xfrm>
            <a:custGeom>
              <a:avLst/>
              <a:gdLst/>
              <a:ahLst/>
              <a:cxnLst/>
              <a:rect l="l" t="t" r="r" b="b"/>
              <a:pathLst>
                <a:path w="6489446" h="6493002">
                  <a:moveTo>
                    <a:pt x="3244723" y="6493002"/>
                  </a:moveTo>
                  <a:cubicBezTo>
                    <a:pt x="3221863" y="6493002"/>
                    <a:pt x="3206623" y="6470142"/>
                    <a:pt x="3206623" y="6454902"/>
                  </a:cubicBezTo>
                  <a:cubicBezTo>
                    <a:pt x="3206623" y="6432042"/>
                    <a:pt x="3221863" y="6416802"/>
                    <a:pt x="3244723" y="6416802"/>
                  </a:cubicBezTo>
                  <a:cubicBezTo>
                    <a:pt x="3252343" y="6416802"/>
                    <a:pt x="3252343" y="6416802"/>
                    <a:pt x="3252343" y="6416802"/>
                  </a:cubicBezTo>
                  <a:cubicBezTo>
                    <a:pt x="3275203" y="6416802"/>
                    <a:pt x="3290443" y="6432042"/>
                    <a:pt x="3290443" y="6454902"/>
                  </a:cubicBezTo>
                  <a:cubicBezTo>
                    <a:pt x="3290443" y="6470142"/>
                    <a:pt x="3275203" y="6493002"/>
                    <a:pt x="3252343" y="6493002"/>
                  </a:cubicBezTo>
                  <a:cubicBezTo>
                    <a:pt x="3252343" y="6493002"/>
                    <a:pt x="3252343" y="6493002"/>
                    <a:pt x="3244723" y="6493002"/>
                  </a:cubicBezTo>
                  <a:close/>
                  <a:moveTo>
                    <a:pt x="3023870" y="6485382"/>
                  </a:moveTo>
                  <a:cubicBezTo>
                    <a:pt x="3008630" y="6477762"/>
                    <a:pt x="2993390" y="6462522"/>
                    <a:pt x="2993390" y="6439662"/>
                  </a:cubicBezTo>
                  <a:cubicBezTo>
                    <a:pt x="2993390" y="6424422"/>
                    <a:pt x="3008630" y="6409182"/>
                    <a:pt x="3031490" y="6409182"/>
                  </a:cubicBezTo>
                  <a:cubicBezTo>
                    <a:pt x="3054350" y="6409182"/>
                    <a:pt x="3069590" y="6424422"/>
                    <a:pt x="3069590" y="6447282"/>
                  </a:cubicBezTo>
                  <a:cubicBezTo>
                    <a:pt x="3069590" y="6470142"/>
                    <a:pt x="3046730" y="6485382"/>
                    <a:pt x="3031490" y="6485382"/>
                  </a:cubicBezTo>
                  <a:cubicBezTo>
                    <a:pt x="3031490" y="6485382"/>
                    <a:pt x="3031490" y="6485382"/>
                    <a:pt x="3023870" y="6485382"/>
                  </a:cubicBezTo>
                  <a:close/>
                  <a:moveTo>
                    <a:pt x="3427603" y="6447282"/>
                  </a:moveTo>
                  <a:cubicBezTo>
                    <a:pt x="3427603" y="6424422"/>
                    <a:pt x="3442843" y="6409182"/>
                    <a:pt x="3465703" y="6409182"/>
                  </a:cubicBezTo>
                  <a:cubicBezTo>
                    <a:pt x="3480943" y="6401562"/>
                    <a:pt x="3503803" y="6424422"/>
                    <a:pt x="3503803" y="6439662"/>
                  </a:cubicBezTo>
                  <a:cubicBezTo>
                    <a:pt x="3503803" y="6462522"/>
                    <a:pt x="3488563" y="6477762"/>
                    <a:pt x="3465703" y="6485382"/>
                  </a:cubicBezTo>
                  <a:cubicBezTo>
                    <a:pt x="3442843" y="6485382"/>
                    <a:pt x="3427603" y="6470142"/>
                    <a:pt x="3427603" y="6447282"/>
                  </a:cubicBezTo>
                  <a:close/>
                  <a:moveTo>
                    <a:pt x="2810637" y="6462522"/>
                  </a:moveTo>
                  <a:cubicBezTo>
                    <a:pt x="2787777" y="6454902"/>
                    <a:pt x="2772537" y="6439662"/>
                    <a:pt x="2780157" y="6416802"/>
                  </a:cubicBezTo>
                  <a:cubicBezTo>
                    <a:pt x="2780157" y="6401562"/>
                    <a:pt x="2803017" y="6386322"/>
                    <a:pt x="2818257" y="6386322"/>
                  </a:cubicBezTo>
                  <a:cubicBezTo>
                    <a:pt x="2841117" y="6386322"/>
                    <a:pt x="2856357" y="6409182"/>
                    <a:pt x="2856357" y="6432042"/>
                  </a:cubicBezTo>
                  <a:cubicBezTo>
                    <a:pt x="2848737" y="6447282"/>
                    <a:pt x="2833497" y="6462522"/>
                    <a:pt x="2818257" y="6462522"/>
                  </a:cubicBezTo>
                  <a:cubicBezTo>
                    <a:pt x="2818257" y="6462522"/>
                    <a:pt x="2810637" y="6462522"/>
                    <a:pt x="2810637" y="6462522"/>
                  </a:cubicBezTo>
                  <a:close/>
                  <a:moveTo>
                    <a:pt x="3640836" y="6424422"/>
                  </a:moveTo>
                  <a:cubicBezTo>
                    <a:pt x="3640836" y="6409182"/>
                    <a:pt x="3656076" y="6386322"/>
                    <a:pt x="3671316" y="6386322"/>
                  </a:cubicBezTo>
                  <a:cubicBezTo>
                    <a:pt x="3694176" y="6378702"/>
                    <a:pt x="3709416" y="6393942"/>
                    <a:pt x="3717036" y="6416802"/>
                  </a:cubicBezTo>
                  <a:cubicBezTo>
                    <a:pt x="3717036" y="6439662"/>
                    <a:pt x="3701796" y="6454902"/>
                    <a:pt x="3686556" y="6462522"/>
                  </a:cubicBezTo>
                  <a:cubicBezTo>
                    <a:pt x="3678936" y="6462522"/>
                    <a:pt x="3678936" y="6462522"/>
                    <a:pt x="3678936" y="6462522"/>
                  </a:cubicBezTo>
                  <a:cubicBezTo>
                    <a:pt x="3656076" y="6462522"/>
                    <a:pt x="3640836" y="6447282"/>
                    <a:pt x="3640836" y="6424422"/>
                  </a:cubicBezTo>
                  <a:close/>
                  <a:moveTo>
                    <a:pt x="2597404" y="6424422"/>
                  </a:moveTo>
                  <a:cubicBezTo>
                    <a:pt x="2574544" y="6424422"/>
                    <a:pt x="2566924" y="6401562"/>
                    <a:pt x="2566924" y="6378702"/>
                  </a:cubicBezTo>
                  <a:cubicBezTo>
                    <a:pt x="2574544" y="6363462"/>
                    <a:pt x="2589784" y="6348222"/>
                    <a:pt x="2612644" y="6348222"/>
                  </a:cubicBezTo>
                  <a:cubicBezTo>
                    <a:pt x="2635504" y="6355842"/>
                    <a:pt x="2650744" y="6378702"/>
                    <a:pt x="2643124" y="6393942"/>
                  </a:cubicBezTo>
                  <a:cubicBezTo>
                    <a:pt x="2635504" y="6416802"/>
                    <a:pt x="2620264" y="6424422"/>
                    <a:pt x="2605024" y="6424422"/>
                  </a:cubicBezTo>
                  <a:cubicBezTo>
                    <a:pt x="2605024" y="6424422"/>
                    <a:pt x="2597404" y="6424422"/>
                    <a:pt x="2597404" y="6424422"/>
                  </a:cubicBezTo>
                  <a:close/>
                  <a:moveTo>
                    <a:pt x="3854196" y="6393942"/>
                  </a:moveTo>
                  <a:cubicBezTo>
                    <a:pt x="3846576" y="6371082"/>
                    <a:pt x="3861816" y="6355842"/>
                    <a:pt x="3884676" y="6348222"/>
                  </a:cubicBezTo>
                  <a:cubicBezTo>
                    <a:pt x="3899916" y="6348222"/>
                    <a:pt x="3922776" y="6355842"/>
                    <a:pt x="3930396" y="6378702"/>
                  </a:cubicBezTo>
                  <a:cubicBezTo>
                    <a:pt x="3930396" y="6401562"/>
                    <a:pt x="3915156" y="6416802"/>
                    <a:pt x="3899916" y="6424422"/>
                  </a:cubicBezTo>
                  <a:cubicBezTo>
                    <a:pt x="3892296" y="6424422"/>
                    <a:pt x="3892296" y="6424422"/>
                    <a:pt x="3892296" y="6424422"/>
                  </a:cubicBezTo>
                  <a:cubicBezTo>
                    <a:pt x="3869436" y="6424422"/>
                    <a:pt x="3854196" y="6409182"/>
                    <a:pt x="3854196" y="6393942"/>
                  </a:cubicBezTo>
                  <a:close/>
                  <a:moveTo>
                    <a:pt x="2384171" y="6378702"/>
                  </a:moveTo>
                  <a:cubicBezTo>
                    <a:pt x="2368931" y="6371082"/>
                    <a:pt x="2353691" y="6348222"/>
                    <a:pt x="2361311" y="6325362"/>
                  </a:cubicBezTo>
                  <a:cubicBezTo>
                    <a:pt x="2368931" y="6310122"/>
                    <a:pt x="2384171" y="6294882"/>
                    <a:pt x="2407031" y="6302502"/>
                  </a:cubicBezTo>
                  <a:cubicBezTo>
                    <a:pt x="2429891" y="6310122"/>
                    <a:pt x="2437511" y="6325362"/>
                    <a:pt x="2437511" y="6348222"/>
                  </a:cubicBezTo>
                  <a:cubicBezTo>
                    <a:pt x="2429891" y="6363462"/>
                    <a:pt x="2414651" y="6378702"/>
                    <a:pt x="2399411" y="6378702"/>
                  </a:cubicBezTo>
                  <a:cubicBezTo>
                    <a:pt x="2391791" y="6378702"/>
                    <a:pt x="2391791" y="6378702"/>
                    <a:pt x="2384171" y="6378702"/>
                  </a:cubicBezTo>
                  <a:close/>
                  <a:moveTo>
                    <a:pt x="4059809" y="6348222"/>
                  </a:moveTo>
                  <a:cubicBezTo>
                    <a:pt x="4052189" y="6325362"/>
                    <a:pt x="4067429" y="6302502"/>
                    <a:pt x="4090289" y="6302502"/>
                  </a:cubicBezTo>
                  <a:cubicBezTo>
                    <a:pt x="4105529" y="6294882"/>
                    <a:pt x="4128389" y="6302502"/>
                    <a:pt x="4136009" y="6325362"/>
                  </a:cubicBezTo>
                  <a:cubicBezTo>
                    <a:pt x="4143629" y="6348222"/>
                    <a:pt x="4128389" y="6371082"/>
                    <a:pt x="4105529" y="6371082"/>
                  </a:cubicBezTo>
                  <a:cubicBezTo>
                    <a:pt x="4105529" y="6371082"/>
                    <a:pt x="4097909" y="6371082"/>
                    <a:pt x="4097909" y="6371082"/>
                  </a:cubicBezTo>
                  <a:cubicBezTo>
                    <a:pt x="4082669" y="6371082"/>
                    <a:pt x="4067429" y="6363462"/>
                    <a:pt x="4059809" y="6348222"/>
                  </a:cubicBezTo>
                  <a:close/>
                  <a:moveTo>
                    <a:pt x="2178558" y="6310122"/>
                  </a:moveTo>
                  <a:cubicBezTo>
                    <a:pt x="2163318" y="6302502"/>
                    <a:pt x="2148078" y="6279642"/>
                    <a:pt x="2155698" y="6264402"/>
                  </a:cubicBezTo>
                  <a:cubicBezTo>
                    <a:pt x="2163318" y="6241542"/>
                    <a:pt x="2186178" y="6233922"/>
                    <a:pt x="2209038" y="6241542"/>
                  </a:cubicBezTo>
                  <a:cubicBezTo>
                    <a:pt x="2224278" y="6249162"/>
                    <a:pt x="2239518" y="6264402"/>
                    <a:pt x="2231898" y="6287262"/>
                  </a:cubicBezTo>
                  <a:cubicBezTo>
                    <a:pt x="2224278" y="6302502"/>
                    <a:pt x="2209038" y="6310122"/>
                    <a:pt x="2193798" y="6310122"/>
                  </a:cubicBezTo>
                  <a:cubicBezTo>
                    <a:pt x="2186178" y="6310122"/>
                    <a:pt x="2186178" y="6310122"/>
                    <a:pt x="2178558" y="6310122"/>
                  </a:cubicBezTo>
                  <a:close/>
                  <a:moveTo>
                    <a:pt x="4265549" y="6287262"/>
                  </a:moveTo>
                  <a:cubicBezTo>
                    <a:pt x="4257929" y="6264402"/>
                    <a:pt x="4273169" y="6241542"/>
                    <a:pt x="4288409" y="6233922"/>
                  </a:cubicBezTo>
                  <a:cubicBezTo>
                    <a:pt x="4311269" y="6226302"/>
                    <a:pt x="4334129" y="6241542"/>
                    <a:pt x="4341749" y="6256782"/>
                  </a:cubicBezTo>
                  <a:cubicBezTo>
                    <a:pt x="4341749" y="6279642"/>
                    <a:pt x="4334129" y="6302502"/>
                    <a:pt x="4311269" y="6310122"/>
                  </a:cubicBezTo>
                  <a:cubicBezTo>
                    <a:pt x="4311269" y="6310122"/>
                    <a:pt x="4303649" y="6310122"/>
                    <a:pt x="4303649" y="6310122"/>
                  </a:cubicBezTo>
                  <a:cubicBezTo>
                    <a:pt x="4288409" y="6310122"/>
                    <a:pt x="4273169" y="6302502"/>
                    <a:pt x="4265549" y="6287262"/>
                  </a:cubicBezTo>
                  <a:close/>
                  <a:moveTo>
                    <a:pt x="1980565" y="6233922"/>
                  </a:moveTo>
                  <a:cubicBezTo>
                    <a:pt x="1957705" y="6226302"/>
                    <a:pt x="1950085" y="6203442"/>
                    <a:pt x="1957705" y="6180582"/>
                  </a:cubicBezTo>
                  <a:cubicBezTo>
                    <a:pt x="1965325" y="6165342"/>
                    <a:pt x="1988185" y="6157722"/>
                    <a:pt x="2011045" y="6165342"/>
                  </a:cubicBezTo>
                  <a:cubicBezTo>
                    <a:pt x="2026285" y="6172962"/>
                    <a:pt x="2033905" y="6195822"/>
                    <a:pt x="2026285" y="6211062"/>
                  </a:cubicBezTo>
                  <a:cubicBezTo>
                    <a:pt x="2018665" y="6226302"/>
                    <a:pt x="2011045" y="6233922"/>
                    <a:pt x="1995805" y="6233922"/>
                  </a:cubicBezTo>
                  <a:cubicBezTo>
                    <a:pt x="1988185" y="6233922"/>
                    <a:pt x="1980565" y="6233922"/>
                    <a:pt x="1980565" y="6233922"/>
                  </a:cubicBezTo>
                  <a:close/>
                  <a:moveTo>
                    <a:pt x="4463542" y="6211062"/>
                  </a:moveTo>
                  <a:cubicBezTo>
                    <a:pt x="4455922" y="6188202"/>
                    <a:pt x="4463542" y="6165342"/>
                    <a:pt x="4486402" y="6157722"/>
                  </a:cubicBezTo>
                  <a:cubicBezTo>
                    <a:pt x="4509262" y="6150102"/>
                    <a:pt x="4524502" y="6157722"/>
                    <a:pt x="4539742" y="6180582"/>
                  </a:cubicBezTo>
                  <a:cubicBezTo>
                    <a:pt x="4547362" y="6195822"/>
                    <a:pt x="4532122" y="6218682"/>
                    <a:pt x="4516882" y="6226302"/>
                  </a:cubicBezTo>
                  <a:cubicBezTo>
                    <a:pt x="4509262" y="6233922"/>
                    <a:pt x="4509262" y="6233922"/>
                    <a:pt x="4501642" y="6233922"/>
                  </a:cubicBezTo>
                  <a:cubicBezTo>
                    <a:pt x="4486402" y="6233922"/>
                    <a:pt x="4471162" y="6226302"/>
                    <a:pt x="4463542" y="6211062"/>
                  </a:cubicBezTo>
                  <a:close/>
                  <a:moveTo>
                    <a:pt x="1782445" y="6142482"/>
                  </a:moveTo>
                  <a:cubicBezTo>
                    <a:pt x="1759585" y="6134862"/>
                    <a:pt x="1751965" y="6112002"/>
                    <a:pt x="1767205" y="6089142"/>
                  </a:cubicBezTo>
                  <a:cubicBezTo>
                    <a:pt x="1774825" y="6073902"/>
                    <a:pt x="1797685" y="6066282"/>
                    <a:pt x="1812925" y="6073902"/>
                  </a:cubicBezTo>
                  <a:cubicBezTo>
                    <a:pt x="1835785" y="6081522"/>
                    <a:pt x="1843405" y="6104382"/>
                    <a:pt x="1835785" y="6127242"/>
                  </a:cubicBezTo>
                  <a:cubicBezTo>
                    <a:pt x="1828165" y="6134862"/>
                    <a:pt x="1812925" y="6142482"/>
                    <a:pt x="1797685" y="6142482"/>
                  </a:cubicBezTo>
                  <a:cubicBezTo>
                    <a:pt x="1790065" y="6142482"/>
                    <a:pt x="1790065" y="6142482"/>
                    <a:pt x="1782445" y="6142482"/>
                  </a:cubicBezTo>
                  <a:close/>
                  <a:moveTo>
                    <a:pt x="4661535" y="6119622"/>
                  </a:moveTo>
                  <a:cubicBezTo>
                    <a:pt x="4653915" y="6104382"/>
                    <a:pt x="4661535" y="6081522"/>
                    <a:pt x="4676775" y="6073902"/>
                  </a:cubicBezTo>
                  <a:cubicBezTo>
                    <a:pt x="4699635" y="6058662"/>
                    <a:pt x="4722495" y="6066282"/>
                    <a:pt x="4730115" y="6089142"/>
                  </a:cubicBezTo>
                  <a:cubicBezTo>
                    <a:pt x="4737735" y="6104382"/>
                    <a:pt x="4730115" y="6127242"/>
                    <a:pt x="4714875" y="6134862"/>
                  </a:cubicBezTo>
                  <a:cubicBezTo>
                    <a:pt x="4707255" y="6142482"/>
                    <a:pt x="4699635" y="6142482"/>
                    <a:pt x="4692015" y="6142482"/>
                  </a:cubicBezTo>
                  <a:cubicBezTo>
                    <a:pt x="4684395" y="6142482"/>
                    <a:pt x="4669155" y="6134862"/>
                    <a:pt x="4661535" y="6119622"/>
                  </a:cubicBezTo>
                  <a:close/>
                  <a:moveTo>
                    <a:pt x="1592072" y="6035802"/>
                  </a:moveTo>
                  <a:cubicBezTo>
                    <a:pt x="1576832" y="6028182"/>
                    <a:pt x="1569212" y="6005322"/>
                    <a:pt x="1576832" y="5982462"/>
                  </a:cubicBezTo>
                  <a:cubicBezTo>
                    <a:pt x="1592072" y="5967222"/>
                    <a:pt x="1614932" y="5959602"/>
                    <a:pt x="1630172" y="5974842"/>
                  </a:cubicBezTo>
                  <a:cubicBezTo>
                    <a:pt x="1645412" y="5982462"/>
                    <a:pt x="1653032" y="6005322"/>
                    <a:pt x="1645412" y="6020562"/>
                  </a:cubicBezTo>
                  <a:cubicBezTo>
                    <a:pt x="1637792" y="6035802"/>
                    <a:pt x="1622552" y="6043422"/>
                    <a:pt x="1607312" y="6043422"/>
                  </a:cubicBezTo>
                  <a:cubicBezTo>
                    <a:pt x="1607312" y="6043422"/>
                    <a:pt x="1599692" y="6043422"/>
                    <a:pt x="1592072" y="6035802"/>
                  </a:cubicBezTo>
                  <a:close/>
                  <a:moveTo>
                    <a:pt x="4852035" y="6020562"/>
                  </a:moveTo>
                  <a:cubicBezTo>
                    <a:pt x="4836795" y="6005322"/>
                    <a:pt x="4844415" y="5982462"/>
                    <a:pt x="4859655" y="5967222"/>
                  </a:cubicBezTo>
                  <a:cubicBezTo>
                    <a:pt x="4882515" y="5959602"/>
                    <a:pt x="4905375" y="5959602"/>
                    <a:pt x="4912995" y="5982462"/>
                  </a:cubicBezTo>
                  <a:cubicBezTo>
                    <a:pt x="4928235" y="5997702"/>
                    <a:pt x="4920615" y="6020562"/>
                    <a:pt x="4905375" y="6035802"/>
                  </a:cubicBezTo>
                  <a:cubicBezTo>
                    <a:pt x="4897755" y="6035802"/>
                    <a:pt x="4890135" y="6035802"/>
                    <a:pt x="4882515" y="6035802"/>
                  </a:cubicBezTo>
                  <a:cubicBezTo>
                    <a:pt x="4867275" y="6035802"/>
                    <a:pt x="4859655" y="6035802"/>
                    <a:pt x="4852035" y="6020562"/>
                  </a:cubicBezTo>
                  <a:close/>
                  <a:moveTo>
                    <a:pt x="1409319" y="5921502"/>
                  </a:moveTo>
                  <a:cubicBezTo>
                    <a:pt x="1394079" y="5906262"/>
                    <a:pt x="1386459" y="5883402"/>
                    <a:pt x="1401699" y="5868162"/>
                  </a:cubicBezTo>
                  <a:cubicBezTo>
                    <a:pt x="1409319" y="5852922"/>
                    <a:pt x="1432179" y="5845302"/>
                    <a:pt x="1455039" y="5860542"/>
                  </a:cubicBezTo>
                  <a:cubicBezTo>
                    <a:pt x="1470279" y="5868162"/>
                    <a:pt x="1470279" y="5891022"/>
                    <a:pt x="1462659" y="5906262"/>
                  </a:cubicBezTo>
                  <a:cubicBezTo>
                    <a:pt x="1455039" y="5921502"/>
                    <a:pt x="1439799" y="5929122"/>
                    <a:pt x="1432179" y="5929122"/>
                  </a:cubicBezTo>
                  <a:cubicBezTo>
                    <a:pt x="1424559" y="5929122"/>
                    <a:pt x="1416939" y="5921502"/>
                    <a:pt x="1409319" y="5921502"/>
                  </a:cubicBezTo>
                  <a:close/>
                  <a:moveTo>
                    <a:pt x="5034788" y="5906262"/>
                  </a:moveTo>
                  <a:cubicBezTo>
                    <a:pt x="5019548" y="5891022"/>
                    <a:pt x="5027168" y="5868162"/>
                    <a:pt x="5042408" y="5852922"/>
                  </a:cubicBezTo>
                  <a:cubicBezTo>
                    <a:pt x="5057648" y="5845302"/>
                    <a:pt x="5080508" y="5845302"/>
                    <a:pt x="5095748" y="5860542"/>
                  </a:cubicBezTo>
                  <a:cubicBezTo>
                    <a:pt x="5103368" y="5883402"/>
                    <a:pt x="5103368" y="5906262"/>
                    <a:pt x="5080508" y="5913882"/>
                  </a:cubicBezTo>
                  <a:cubicBezTo>
                    <a:pt x="5080508" y="5921502"/>
                    <a:pt x="5072888" y="5921502"/>
                    <a:pt x="5065268" y="5921502"/>
                  </a:cubicBezTo>
                  <a:cubicBezTo>
                    <a:pt x="5050028" y="5921502"/>
                    <a:pt x="5034788" y="5913882"/>
                    <a:pt x="5034788" y="5906262"/>
                  </a:cubicBezTo>
                  <a:close/>
                  <a:moveTo>
                    <a:pt x="1234059" y="5791962"/>
                  </a:moveTo>
                  <a:cubicBezTo>
                    <a:pt x="1218819" y="5776722"/>
                    <a:pt x="1211199" y="5753862"/>
                    <a:pt x="1226439" y="5738622"/>
                  </a:cubicBezTo>
                  <a:cubicBezTo>
                    <a:pt x="1241679" y="5723382"/>
                    <a:pt x="1264539" y="5715762"/>
                    <a:pt x="1279779" y="5731002"/>
                  </a:cubicBezTo>
                  <a:cubicBezTo>
                    <a:pt x="1295019" y="5746242"/>
                    <a:pt x="1302639" y="5769102"/>
                    <a:pt x="1287399" y="5784342"/>
                  </a:cubicBezTo>
                  <a:cubicBezTo>
                    <a:pt x="1279779" y="5791962"/>
                    <a:pt x="1272159" y="5799582"/>
                    <a:pt x="1256919" y="5799582"/>
                  </a:cubicBezTo>
                  <a:cubicBezTo>
                    <a:pt x="1249299" y="5799582"/>
                    <a:pt x="1241679" y="5799582"/>
                    <a:pt x="1234059" y="5791962"/>
                  </a:cubicBezTo>
                  <a:close/>
                  <a:moveTo>
                    <a:pt x="5202301" y="5784342"/>
                  </a:moveTo>
                  <a:cubicBezTo>
                    <a:pt x="5194681" y="5761482"/>
                    <a:pt x="5194681" y="5738622"/>
                    <a:pt x="5209921" y="5731002"/>
                  </a:cubicBezTo>
                  <a:cubicBezTo>
                    <a:pt x="5225161" y="5715762"/>
                    <a:pt x="5248021" y="5715762"/>
                    <a:pt x="5263261" y="5731002"/>
                  </a:cubicBezTo>
                  <a:cubicBezTo>
                    <a:pt x="5278501" y="5753862"/>
                    <a:pt x="5270881" y="5776722"/>
                    <a:pt x="5255641" y="5784342"/>
                  </a:cubicBezTo>
                  <a:cubicBezTo>
                    <a:pt x="5248021" y="5791962"/>
                    <a:pt x="5240401" y="5791962"/>
                    <a:pt x="5232781" y="5791962"/>
                  </a:cubicBezTo>
                  <a:cubicBezTo>
                    <a:pt x="5225161" y="5791962"/>
                    <a:pt x="5209921" y="5791962"/>
                    <a:pt x="5202301" y="5784342"/>
                  </a:cubicBezTo>
                  <a:close/>
                  <a:moveTo>
                    <a:pt x="1066292" y="5647055"/>
                  </a:moveTo>
                  <a:cubicBezTo>
                    <a:pt x="1051052" y="5639435"/>
                    <a:pt x="1051052" y="5608955"/>
                    <a:pt x="1066292" y="5593715"/>
                  </a:cubicBezTo>
                  <a:cubicBezTo>
                    <a:pt x="1081532" y="5578475"/>
                    <a:pt x="1104392" y="5578475"/>
                    <a:pt x="1119632" y="5593715"/>
                  </a:cubicBezTo>
                  <a:cubicBezTo>
                    <a:pt x="1134872" y="5608955"/>
                    <a:pt x="1134872" y="5631815"/>
                    <a:pt x="1119632" y="5647055"/>
                  </a:cubicBezTo>
                  <a:cubicBezTo>
                    <a:pt x="1112012" y="5654675"/>
                    <a:pt x="1104392" y="5662295"/>
                    <a:pt x="1096772" y="5662295"/>
                  </a:cubicBezTo>
                  <a:cubicBezTo>
                    <a:pt x="1081532" y="5662295"/>
                    <a:pt x="1073912" y="5654675"/>
                    <a:pt x="1066292" y="5647055"/>
                  </a:cubicBezTo>
                  <a:close/>
                  <a:moveTo>
                    <a:pt x="5369687" y="5647055"/>
                  </a:moveTo>
                  <a:cubicBezTo>
                    <a:pt x="5354447" y="5631815"/>
                    <a:pt x="5354447" y="5601335"/>
                    <a:pt x="5369687" y="5593715"/>
                  </a:cubicBezTo>
                  <a:cubicBezTo>
                    <a:pt x="5384927" y="5578475"/>
                    <a:pt x="5407787" y="5578475"/>
                    <a:pt x="5423027" y="5593715"/>
                  </a:cubicBezTo>
                  <a:cubicBezTo>
                    <a:pt x="5438267" y="5608955"/>
                    <a:pt x="5438267" y="5631815"/>
                    <a:pt x="5423027" y="5647055"/>
                  </a:cubicBezTo>
                  <a:cubicBezTo>
                    <a:pt x="5415407" y="5654675"/>
                    <a:pt x="5407787" y="5654675"/>
                    <a:pt x="5400167" y="5654675"/>
                  </a:cubicBezTo>
                  <a:cubicBezTo>
                    <a:pt x="5384927" y="5654675"/>
                    <a:pt x="5377307" y="5654675"/>
                    <a:pt x="5369687" y="5647055"/>
                  </a:cubicBezTo>
                  <a:close/>
                  <a:moveTo>
                    <a:pt x="914019" y="5502275"/>
                  </a:moveTo>
                  <a:cubicBezTo>
                    <a:pt x="898779" y="5487035"/>
                    <a:pt x="898779" y="5464175"/>
                    <a:pt x="914019" y="5448935"/>
                  </a:cubicBezTo>
                  <a:cubicBezTo>
                    <a:pt x="929259" y="5433695"/>
                    <a:pt x="952119" y="5433695"/>
                    <a:pt x="967359" y="5448935"/>
                  </a:cubicBezTo>
                  <a:cubicBezTo>
                    <a:pt x="982599" y="5464175"/>
                    <a:pt x="982599" y="5487035"/>
                    <a:pt x="967359" y="5502275"/>
                  </a:cubicBezTo>
                  <a:cubicBezTo>
                    <a:pt x="959739" y="5509895"/>
                    <a:pt x="952119" y="5509895"/>
                    <a:pt x="936879" y="5509895"/>
                  </a:cubicBezTo>
                  <a:cubicBezTo>
                    <a:pt x="929259" y="5509895"/>
                    <a:pt x="921639" y="5509895"/>
                    <a:pt x="914019" y="5502275"/>
                  </a:cubicBezTo>
                  <a:close/>
                  <a:moveTo>
                    <a:pt x="5522087" y="5494655"/>
                  </a:moveTo>
                  <a:cubicBezTo>
                    <a:pt x="5506847" y="5479415"/>
                    <a:pt x="5506847" y="5456555"/>
                    <a:pt x="5522087" y="5441315"/>
                  </a:cubicBezTo>
                  <a:cubicBezTo>
                    <a:pt x="5537327" y="5426075"/>
                    <a:pt x="5560187" y="5426075"/>
                    <a:pt x="5575427" y="5441315"/>
                  </a:cubicBezTo>
                  <a:cubicBezTo>
                    <a:pt x="5590667" y="5456555"/>
                    <a:pt x="5590667" y="5479415"/>
                    <a:pt x="5575427" y="5494655"/>
                  </a:cubicBezTo>
                  <a:cubicBezTo>
                    <a:pt x="5567807" y="5502275"/>
                    <a:pt x="5560187" y="5509895"/>
                    <a:pt x="5552567" y="5509895"/>
                  </a:cubicBezTo>
                  <a:cubicBezTo>
                    <a:pt x="5544947" y="5509895"/>
                    <a:pt x="5529707" y="5502275"/>
                    <a:pt x="5522087" y="5494655"/>
                  </a:cubicBezTo>
                  <a:close/>
                  <a:moveTo>
                    <a:pt x="769366" y="5342255"/>
                  </a:moveTo>
                  <a:cubicBezTo>
                    <a:pt x="754126" y="5319395"/>
                    <a:pt x="754126" y="5296535"/>
                    <a:pt x="769366" y="5288915"/>
                  </a:cubicBezTo>
                  <a:cubicBezTo>
                    <a:pt x="784606" y="5273675"/>
                    <a:pt x="815086" y="5273675"/>
                    <a:pt x="822706" y="5288915"/>
                  </a:cubicBezTo>
                  <a:cubicBezTo>
                    <a:pt x="837946" y="5304155"/>
                    <a:pt x="837946" y="5327015"/>
                    <a:pt x="822706" y="5342255"/>
                  </a:cubicBezTo>
                  <a:cubicBezTo>
                    <a:pt x="815086" y="5349875"/>
                    <a:pt x="807466" y="5349875"/>
                    <a:pt x="799846" y="5349875"/>
                  </a:cubicBezTo>
                  <a:cubicBezTo>
                    <a:pt x="784606" y="5349875"/>
                    <a:pt x="776986" y="5349875"/>
                    <a:pt x="769366" y="5342255"/>
                  </a:cubicBezTo>
                  <a:close/>
                  <a:moveTo>
                    <a:pt x="5666867" y="5342255"/>
                  </a:moveTo>
                  <a:cubicBezTo>
                    <a:pt x="5651627" y="5327015"/>
                    <a:pt x="5651627" y="5304155"/>
                    <a:pt x="5666867" y="5288915"/>
                  </a:cubicBezTo>
                  <a:cubicBezTo>
                    <a:pt x="5682107" y="5266055"/>
                    <a:pt x="5704967" y="5266055"/>
                    <a:pt x="5720207" y="5281295"/>
                  </a:cubicBezTo>
                  <a:cubicBezTo>
                    <a:pt x="5735447" y="5296535"/>
                    <a:pt x="5735447" y="5319395"/>
                    <a:pt x="5720207" y="5334635"/>
                  </a:cubicBezTo>
                  <a:cubicBezTo>
                    <a:pt x="5712587" y="5342255"/>
                    <a:pt x="5704967" y="5349875"/>
                    <a:pt x="5697347" y="5349875"/>
                  </a:cubicBezTo>
                  <a:cubicBezTo>
                    <a:pt x="5682107" y="5349875"/>
                    <a:pt x="5674487" y="5342255"/>
                    <a:pt x="5666867" y="5342255"/>
                  </a:cubicBezTo>
                  <a:close/>
                  <a:moveTo>
                    <a:pt x="632206" y="5166995"/>
                  </a:moveTo>
                  <a:cubicBezTo>
                    <a:pt x="616966" y="5151755"/>
                    <a:pt x="624586" y="5128895"/>
                    <a:pt x="639826" y="5113655"/>
                  </a:cubicBezTo>
                  <a:cubicBezTo>
                    <a:pt x="655066" y="5106035"/>
                    <a:pt x="685546" y="5106035"/>
                    <a:pt x="693166" y="5121275"/>
                  </a:cubicBezTo>
                  <a:cubicBezTo>
                    <a:pt x="708406" y="5144135"/>
                    <a:pt x="700786" y="5166995"/>
                    <a:pt x="685546" y="5174615"/>
                  </a:cubicBezTo>
                  <a:cubicBezTo>
                    <a:pt x="677926" y="5182235"/>
                    <a:pt x="670306" y="5182235"/>
                    <a:pt x="662686" y="5182235"/>
                  </a:cubicBezTo>
                  <a:cubicBezTo>
                    <a:pt x="655066" y="5182235"/>
                    <a:pt x="639826" y="5182235"/>
                    <a:pt x="632206" y="5166995"/>
                  </a:cubicBezTo>
                  <a:close/>
                  <a:moveTo>
                    <a:pt x="5803900" y="5174615"/>
                  </a:moveTo>
                  <a:cubicBezTo>
                    <a:pt x="5788660" y="5159375"/>
                    <a:pt x="5781040" y="5136515"/>
                    <a:pt x="5796280" y="5121275"/>
                  </a:cubicBezTo>
                  <a:cubicBezTo>
                    <a:pt x="5811520" y="5106035"/>
                    <a:pt x="5834380" y="5098415"/>
                    <a:pt x="5849620" y="5113655"/>
                  </a:cubicBezTo>
                  <a:cubicBezTo>
                    <a:pt x="5864860" y="5121275"/>
                    <a:pt x="5872480" y="5144135"/>
                    <a:pt x="5857240" y="5166995"/>
                  </a:cubicBezTo>
                  <a:cubicBezTo>
                    <a:pt x="5849620" y="5174615"/>
                    <a:pt x="5842000" y="5182235"/>
                    <a:pt x="5826760" y="5182235"/>
                  </a:cubicBezTo>
                  <a:cubicBezTo>
                    <a:pt x="5819140" y="5182235"/>
                    <a:pt x="5811520" y="5174615"/>
                    <a:pt x="5803900" y="5174615"/>
                  </a:cubicBezTo>
                  <a:close/>
                  <a:moveTo>
                    <a:pt x="510286" y="4991608"/>
                  </a:moveTo>
                  <a:cubicBezTo>
                    <a:pt x="495046" y="4976368"/>
                    <a:pt x="502666" y="4945888"/>
                    <a:pt x="517906" y="4938268"/>
                  </a:cubicBezTo>
                  <a:cubicBezTo>
                    <a:pt x="540766" y="4923028"/>
                    <a:pt x="563626" y="4930648"/>
                    <a:pt x="571246" y="4945888"/>
                  </a:cubicBezTo>
                  <a:cubicBezTo>
                    <a:pt x="586486" y="4968748"/>
                    <a:pt x="578866" y="4991608"/>
                    <a:pt x="563626" y="4999228"/>
                  </a:cubicBezTo>
                  <a:cubicBezTo>
                    <a:pt x="556006" y="5006848"/>
                    <a:pt x="548386" y="5006848"/>
                    <a:pt x="540766" y="5006848"/>
                  </a:cubicBezTo>
                  <a:cubicBezTo>
                    <a:pt x="533146" y="5006848"/>
                    <a:pt x="517906" y="4999228"/>
                    <a:pt x="510286" y="4991608"/>
                  </a:cubicBezTo>
                  <a:close/>
                  <a:moveTo>
                    <a:pt x="5925693" y="4999228"/>
                  </a:moveTo>
                  <a:cubicBezTo>
                    <a:pt x="5910453" y="4983988"/>
                    <a:pt x="5902833" y="4961128"/>
                    <a:pt x="5918073" y="4945888"/>
                  </a:cubicBezTo>
                  <a:cubicBezTo>
                    <a:pt x="5925693" y="4923028"/>
                    <a:pt x="5948553" y="4923028"/>
                    <a:pt x="5971413" y="4930648"/>
                  </a:cubicBezTo>
                  <a:cubicBezTo>
                    <a:pt x="5986653" y="4945888"/>
                    <a:pt x="5994273" y="4968748"/>
                    <a:pt x="5979033" y="4983988"/>
                  </a:cubicBezTo>
                  <a:cubicBezTo>
                    <a:pt x="5971413" y="4999228"/>
                    <a:pt x="5963793" y="5006848"/>
                    <a:pt x="5948553" y="5006848"/>
                  </a:cubicBezTo>
                  <a:cubicBezTo>
                    <a:pt x="5940933" y="5006848"/>
                    <a:pt x="5933313" y="4999228"/>
                    <a:pt x="5925693" y="4999228"/>
                  </a:cubicBezTo>
                  <a:close/>
                  <a:moveTo>
                    <a:pt x="396113" y="4801108"/>
                  </a:moveTo>
                  <a:cubicBezTo>
                    <a:pt x="388493" y="4785868"/>
                    <a:pt x="396113" y="4763008"/>
                    <a:pt x="411353" y="4755388"/>
                  </a:cubicBezTo>
                  <a:cubicBezTo>
                    <a:pt x="434213" y="4740148"/>
                    <a:pt x="457073" y="4747768"/>
                    <a:pt x="464693" y="4770628"/>
                  </a:cubicBezTo>
                  <a:cubicBezTo>
                    <a:pt x="479933" y="4785868"/>
                    <a:pt x="472313" y="4808728"/>
                    <a:pt x="449453" y="4816348"/>
                  </a:cubicBezTo>
                  <a:cubicBezTo>
                    <a:pt x="441833" y="4823968"/>
                    <a:pt x="441833" y="4823968"/>
                    <a:pt x="434213" y="4823968"/>
                  </a:cubicBezTo>
                  <a:cubicBezTo>
                    <a:pt x="418973" y="4823968"/>
                    <a:pt x="403733" y="4816348"/>
                    <a:pt x="396113" y="4801108"/>
                  </a:cubicBezTo>
                  <a:close/>
                  <a:moveTo>
                    <a:pt x="6039993" y="4816348"/>
                  </a:moveTo>
                  <a:cubicBezTo>
                    <a:pt x="6017133" y="4801108"/>
                    <a:pt x="6017133" y="4778248"/>
                    <a:pt x="6024753" y="4763008"/>
                  </a:cubicBezTo>
                  <a:cubicBezTo>
                    <a:pt x="6032373" y="4740148"/>
                    <a:pt x="6055233" y="4740148"/>
                    <a:pt x="6078093" y="4747768"/>
                  </a:cubicBezTo>
                  <a:cubicBezTo>
                    <a:pt x="6093333" y="4755388"/>
                    <a:pt x="6100953" y="4778248"/>
                    <a:pt x="6093333" y="4801108"/>
                  </a:cubicBezTo>
                  <a:cubicBezTo>
                    <a:pt x="6085713" y="4808728"/>
                    <a:pt x="6070473" y="4816348"/>
                    <a:pt x="6055233" y="4816348"/>
                  </a:cubicBezTo>
                  <a:cubicBezTo>
                    <a:pt x="6047613" y="4816348"/>
                    <a:pt x="6047613" y="4816348"/>
                    <a:pt x="6039993" y="4816348"/>
                  </a:cubicBezTo>
                  <a:close/>
                  <a:moveTo>
                    <a:pt x="304673" y="4610608"/>
                  </a:moveTo>
                  <a:cubicBezTo>
                    <a:pt x="289433" y="4595368"/>
                    <a:pt x="297053" y="4572508"/>
                    <a:pt x="319913" y="4557268"/>
                  </a:cubicBezTo>
                  <a:cubicBezTo>
                    <a:pt x="342773" y="4549648"/>
                    <a:pt x="358013" y="4557268"/>
                    <a:pt x="373253" y="4580128"/>
                  </a:cubicBezTo>
                  <a:cubicBezTo>
                    <a:pt x="380873" y="4595368"/>
                    <a:pt x="373253" y="4618228"/>
                    <a:pt x="350393" y="4625848"/>
                  </a:cubicBezTo>
                  <a:cubicBezTo>
                    <a:pt x="350393" y="4633468"/>
                    <a:pt x="342773" y="4633468"/>
                    <a:pt x="335153" y="4633468"/>
                  </a:cubicBezTo>
                  <a:cubicBezTo>
                    <a:pt x="319913" y="4633468"/>
                    <a:pt x="304673" y="4625848"/>
                    <a:pt x="304673" y="4610608"/>
                  </a:cubicBezTo>
                  <a:close/>
                  <a:moveTo>
                    <a:pt x="6139053" y="4625848"/>
                  </a:moveTo>
                  <a:cubicBezTo>
                    <a:pt x="6116193" y="4618228"/>
                    <a:pt x="6108573" y="4595368"/>
                    <a:pt x="6116193" y="4572508"/>
                  </a:cubicBezTo>
                  <a:cubicBezTo>
                    <a:pt x="6131433" y="4557268"/>
                    <a:pt x="6154293" y="4542028"/>
                    <a:pt x="6169533" y="4557268"/>
                  </a:cubicBezTo>
                  <a:cubicBezTo>
                    <a:pt x="6192393" y="4564888"/>
                    <a:pt x="6200013" y="4587748"/>
                    <a:pt x="6192393" y="4602988"/>
                  </a:cubicBezTo>
                  <a:cubicBezTo>
                    <a:pt x="6184773" y="4618228"/>
                    <a:pt x="6169533" y="4625848"/>
                    <a:pt x="6154293" y="4625848"/>
                  </a:cubicBezTo>
                  <a:cubicBezTo>
                    <a:pt x="6146673" y="4625848"/>
                    <a:pt x="6146673" y="4625848"/>
                    <a:pt x="6139053" y="4625848"/>
                  </a:cubicBezTo>
                  <a:close/>
                  <a:moveTo>
                    <a:pt x="213233" y="4412488"/>
                  </a:moveTo>
                  <a:cubicBezTo>
                    <a:pt x="205613" y="4389628"/>
                    <a:pt x="220853" y="4366768"/>
                    <a:pt x="236093" y="4359148"/>
                  </a:cubicBezTo>
                  <a:cubicBezTo>
                    <a:pt x="258953" y="4351528"/>
                    <a:pt x="281813" y="4366768"/>
                    <a:pt x="289433" y="4382008"/>
                  </a:cubicBezTo>
                  <a:cubicBezTo>
                    <a:pt x="297053" y="4404868"/>
                    <a:pt x="281813" y="4427728"/>
                    <a:pt x="266573" y="4435348"/>
                  </a:cubicBezTo>
                  <a:cubicBezTo>
                    <a:pt x="258953" y="4435348"/>
                    <a:pt x="258953" y="4435348"/>
                    <a:pt x="251333" y="4435348"/>
                  </a:cubicBezTo>
                  <a:cubicBezTo>
                    <a:pt x="236093" y="4435348"/>
                    <a:pt x="220853" y="4427728"/>
                    <a:pt x="213233" y="4412488"/>
                  </a:cubicBezTo>
                  <a:close/>
                  <a:moveTo>
                    <a:pt x="6222746" y="4427728"/>
                  </a:moveTo>
                  <a:cubicBezTo>
                    <a:pt x="6207506" y="4420108"/>
                    <a:pt x="6192266" y="4397248"/>
                    <a:pt x="6199886" y="4374388"/>
                  </a:cubicBezTo>
                  <a:cubicBezTo>
                    <a:pt x="6207506" y="4359148"/>
                    <a:pt x="6230366" y="4351528"/>
                    <a:pt x="6253226" y="4359148"/>
                  </a:cubicBezTo>
                  <a:cubicBezTo>
                    <a:pt x="6268466" y="4366768"/>
                    <a:pt x="6283706" y="4382008"/>
                    <a:pt x="6276086" y="4404868"/>
                  </a:cubicBezTo>
                  <a:cubicBezTo>
                    <a:pt x="6268466" y="4420108"/>
                    <a:pt x="6253226" y="4427728"/>
                    <a:pt x="6237986" y="4427728"/>
                  </a:cubicBezTo>
                  <a:cubicBezTo>
                    <a:pt x="6230366" y="4427728"/>
                    <a:pt x="6230366" y="4427728"/>
                    <a:pt x="6222746" y="4427728"/>
                  </a:cubicBezTo>
                  <a:close/>
                  <a:moveTo>
                    <a:pt x="144653" y="4206748"/>
                  </a:moveTo>
                  <a:cubicBezTo>
                    <a:pt x="137033" y="4183888"/>
                    <a:pt x="152273" y="4168648"/>
                    <a:pt x="167513" y="4161028"/>
                  </a:cubicBezTo>
                  <a:cubicBezTo>
                    <a:pt x="190373" y="4153408"/>
                    <a:pt x="213233" y="4161028"/>
                    <a:pt x="220853" y="4183888"/>
                  </a:cubicBezTo>
                  <a:cubicBezTo>
                    <a:pt x="220853" y="4206748"/>
                    <a:pt x="213233" y="4229608"/>
                    <a:pt x="190373" y="4229608"/>
                  </a:cubicBezTo>
                  <a:cubicBezTo>
                    <a:pt x="190373" y="4237228"/>
                    <a:pt x="182753" y="4237228"/>
                    <a:pt x="182753" y="4237228"/>
                  </a:cubicBezTo>
                  <a:cubicBezTo>
                    <a:pt x="167513" y="4237228"/>
                    <a:pt x="152273" y="4221988"/>
                    <a:pt x="144653" y="4206748"/>
                  </a:cubicBezTo>
                  <a:close/>
                  <a:moveTo>
                    <a:pt x="6298819" y="4221988"/>
                  </a:moveTo>
                  <a:cubicBezTo>
                    <a:pt x="6275959" y="4221988"/>
                    <a:pt x="6268339" y="4199128"/>
                    <a:pt x="6268339" y="4176268"/>
                  </a:cubicBezTo>
                  <a:cubicBezTo>
                    <a:pt x="6275959" y="4161028"/>
                    <a:pt x="6298819" y="4145788"/>
                    <a:pt x="6321679" y="4153408"/>
                  </a:cubicBezTo>
                  <a:cubicBezTo>
                    <a:pt x="6336919" y="4161028"/>
                    <a:pt x="6352159" y="4176268"/>
                    <a:pt x="6344539" y="4199128"/>
                  </a:cubicBezTo>
                  <a:cubicBezTo>
                    <a:pt x="6336919" y="4214368"/>
                    <a:pt x="6321679" y="4229608"/>
                    <a:pt x="6306439" y="4229608"/>
                  </a:cubicBezTo>
                  <a:cubicBezTo>
                    <a:pt x="6306439" y="4229608"/>
                    <a:pt x="6298819" y="4229608"/>
                    <a:pt x="6298819" y="4221988"/>
                  </a:cubicBezTo>
                  <a:close/>
                  <a:moveTo>
                    <a:pt x="91440" y="4000881"/>
                  </a:moveTo>
                  <a:cubicBezTo>
                    <a:pt x="83820" y="3978021"/>
                    <a:pt x="99060" y="3955161"/>
                    <a:pt x="114300" y="3955161"/>
                  </a:cubicBezTo>
                  <a:cubicBezTo>
                    <a:pt x="137160" y="3947541"/>
                    <a:pt x="160020" y="3962781"/>
                    <a:pt x="160020" y="3978021"/>
                  </a:cubicBezTo>
                  <a:cubicBezTo>
                    <a:pt x="167640" y="4000881"/>
                    <a:pt x="152400" y="4023741"/>
                    <a:pt x="137160" y="4023741"/>
                  </a:cubicBezTo>
                  <a:cubicBezTo>
                    <a:pt x="129540" y="4023741"/>
                    <a:pt x="129540" y="4023741"/>
                    <a:pt x="121920" y="4023741"/>
                  </a:cubicBezTo>
                  <a:cubicBezTo>
                    <a:pt x="106680" y="4023741"/>
                    <a:pt x="91440" y="4016121"/>
                    <a:pt x="91440" y="4000881"/>
                  </a:cubicBezTo>
                  <a:close/>
                  <a:moveTo>
                    <a:pt x="6352286" y="4016121"/>
                  </a:moveTo>
                  <a:cubicBezTo>
                    <a:pt x="6337046" y="4016121"/>
                    <a:pt x="6321806" y="3993261"/>
                    <a:pt x="6329426" y="3970401"/>
                  </a:cubicBezTo>
                  <a:cubicBezTo>
                    <a:pt x="6329426" y="3955161"/>
                    <a:pt x="6352286" y="3939921"/>
                    <a:pt x="6375146" y="3947541"/>
                  </a:cubicBezTo>
                  <a:cubicBezTo>
                    <a:pt x="6390386" y="3947541"/>
                    <a:pt x="6405626" y="3970401"/>
                    <a:pt x="6398006" y="3993261"/>
                  </a:cubicBezTo>
                  <a:cubicBezTo>
                    <a:pt x="6398006" y="4008501"/>
                    <a:pt x="6382766" y="4023741"/>
                    <a:pt x="6367526" y="4023741"/>
                  </a:cubicBezTo>
                  <a:cubicBezTo>
                    <a:pt x="6359906" y="4023741"/>
                    <a:pt x="6359906" y="4016121"/>
                    <a:pt x="6352286" y="4016121"/>
                  </a:cubicBezTo>
                  <a:close/>
                  <a:moveTo>
                    <a:pt x="45720" y="3787521"/>
                  </a:moveTo>
                  <a:cubicBezTo>
                    <a:pt x="38100" y="3764661"/>
                    <a:pt x="53340" y="3741801"/>
                    <a:pt x="76200" y="3741801"/>
                  </a:cubicBezTo>
                  <a:cubicBezTo>
                    <a:pt x="99060" y="3741801"/>
                    <a:pt x="114300" y="3749421"/>
                    <a:pt x="121920" y="3772281"/>
                  </a:cubicBezTo>
                  <a:cubicBezTo>
                    <a:pt x="121920" y="3795141"/>
                    <a:pt x="106680" y="3810381"/>
                    <a:pt x="91440" y="3818001"/>
                  </a:cubicBezTo>
                  <a:cubicBezTo>
                    <a:pt x="83820" y="3818001"/>
                    <a:pt x="83820" y="3818001"/>
                    <a:pt x="83820" y="3818001"/>
                  </a:cubicBezTo>
                  <a:cubicBezTo>
                    <a:pt x="60960" y="3818001"/>
                    <a:pt x="45720" y="3802761"/>
                    <a:pt x="45720" y="3787521"/>
                  </a:cubicBezTo>
                  <a:close/>
                  <a:moveTo>
                    <a:pt x="6398006" y="3810381"/>
                  </a:moveTo>
                  <a:cubicBezTo>
                    <a:pt x="6382766" y="3802761"/>
                    <a:pt x="6367526" y="3787521"/>
                    <a:pt x="6367526" y="3764661"/>
                  </a:cubicBezTo>
                  <a:cubicBezTo>
                    <a:pt x="6375146" y="3741801"/>
                    <a:pt x="6390386" y="3734181"/>
                    <a:pt x="6413246" y="3734181"/>
                  </a:cubicBezTo>
                  <a:cubicBezTo>
                    <a:pt x="6436106" y="3734181"/>
                    <a:pt x="6443726" y="3757041"/>
                    <a:pt x="6443726" y="3779901"/>
                  </a:cubicBezTo>
                  <a:cubicBezTo>
                    <a:pt x="6443726" y="3795141"/>
                    <a:pt x="6428486" y="3810381"/>
                    <a:pt x="6405626" y="3810381"/>
                  </a:cubicBezTo>
                  <a:cubicBezTo>
                    <a:pt x="6405626" y="3810381"/>
                    <a:pt x="6405626" y="3810381"/>
                    <a:pt x="6398006" y="3810381"/>
                  </a:cubicBezTo>
                  <a:close/>
                  <a:moveTo>
                    <a:pt x="15240" y="3574161"/>
                  </a:moveTo>
                  <a:cubicBezTo>
                    <a:pt x="15240" y="3551301"/>
                    <a:pt x="30480" y="3528441"/>
                    <a:pt x="53340" y="3528441"/>
                  </a:cubicBezTo>
                  <a:cubicBezTo>
                    <a:pt x="68580" y="3528441"/>
                    <a:pt x="91440" y="3543681"/>
                    <a:pt x="91440" y="3566541"/>
                  </a:cubicBezTo>
                  <a:cubicBezTo>
                    <a:pt x="91440" y="3581781"/>
                    <a:pt x="76200" y="3604641"/>
                    <a:pt x="60960" y="3604641"/>
                  </a:cubicBezTo>
                  <a:cubicBezTo>
                    <a:pt x="53340" y="3604641"/>
                    <a:pt x="53340" y="3604641"/>
                    <a:pt x="53340" y="3604641"/>
                  </a:cubicBezTo>
                  <a:cubicBezTo>
                    <a:pt x="38100" y="3604641"/>
                    <a:pt x="15240" y="3589401"/>
                    <a:pt x="15240" y="3574161"/>
                  </a:cubicBezTo>
                  <a:close/>
                  <a:moveTo>
                    <a:pt x="6428486" y="3597021"/>
                  </a:moveTo>
                  <a:cubicBezTo>
                    <a:pt x="6413246" y="3597021"/>
                    <a:pt x="6398006" y="3574161"/>
                    <a:pt x="6398006" y="3558921"/>
                  </a:cubicBezTo>
                  <a:cubicBezTo>
                    <a:pt x="6398006" y="3536061"/>
                    <a:pt x="6420866" y="3520821"/>
                    <a:pt x="6436106" y="3520821"/>
                  </a:cubicBezTo>
                  <a:cubicBezTo>
                    <a:pt x="6458966" y="3520821"/>
                    <a:pt x="6474206" y="3543681"/>
                    <a:pt x="6474206" y="3566541"/>
                  </a:cubicBezTo>
                  <a:cubicBezTo>
                    <a:pt x="6474206" y="3581781"/>
                    <a:pt x="6451346" y="3597021"/>
                    <a:pt x="6436106" y="3597021"/>
                  </a:cubicBezTo>
                  <a:cubicBezTo>
                    <a:pt x="6436106" y="3597021"/>
                    <a:pt x="6428486" y="3597021"/>
                    <a:pt x="6428486" y="3597021"/>
                  </a:cubicBezTo>
                  <a:close/>
                  <a:moveTo>
                    <a:pt x="0" y="3353181"/>
                  </a:moveTo>
                  <a:cubicBezTo>
                    <a:pt x="0" y="3330321"/>
                    <a:pt x="15240" y="3315081"/>
                    <a:pt x="38100" y="3315081"/>
                  </a:cubicBezTo>
                  <a:cubicBezTo>
                    <a:pt x="60960" y="3315081"/>
                    <a:pt x="76200" y="3330321"/>
                    <a:pt x="76200" y="3353181"/>
                  </a:cubicBezTo>
                  <a:cubicBezTo>
                    <a:pt x="76200" y="3376041"/>
                    <a:pt x="60960" y="3391281"/>
                    <a:pt x="38100" y="3391281"/>
                  </a:cubicBezTo>
                  <a:cubicBezTo>
                    <a:pt x="15240" y="3391281"/>
                    <a:pt x="0" y="3376041"/>
                    <a:pt x="0" y="3353181"/>
                  </a:cubicBezTo>
                  <a:close/>
                  <a:moveTo>
                    <a:pt x="6443599" y="3383661"/>
                  </a:moveTo>
                  <a:cubicBezTo>
                    <a:pt x="6428359" y="3383661"/>
                    <a:pt x="6413119" y="3368421"/>
                    <a:pt x="6413119" y="3345561"/>
                  </a:cubicBezTo>
                  <a:cubicBezTo>
                    <a:pt x="6413119" y="3322701"/>
                    <a:pt x="6428359" y="3307461"/>
                    <a:pt x="6451219" y="3307461"/>
                  </a:cubicBezTo>
                  <a:cubicBezTo>
                    <a:pt x="6474079" y="3307461"/>
                    <a:pt x="6489319" y="3322701"/>
                    <a:pt x="6489319" y="3345561"/>
                  </a:cubicBezTo>
                  <a:cubicBezTo>
                    <a:pt x="6489319" y="3368421"/>
                    <a:pt x="6466459" y="3383661"/>
                    <a:pt x="6451219" y="3383661"/>
                  </a:cubicBezTo>
                  <a:cubicBezTo>
                    <a:pt x="6451219" y="3383661"/>
                    <a:pt x="6443599" y="3383661"/>
                    <a:pt x="6443599" y="3383661"/>
                  </a:cubicBezTo>
                  <a:close/>
                  <a:moveTo>
                    <a:pt x="38100" y="3177921"/>
                  </a:moveTo>
                  <a:cubicBezTo>
                    <a:pt x="15240" y="3177921"/>
                    <a:pt x="0" y="3155061"/>
                    <a:pt x="0" y="3139821"/>
                  </a:cubicBezTo>
                  <a:cubicBezTo>
                    <a:pt x="0" y="3116961"/>
                    <a:pt x="22860" y="3101721"/>
                    <a:pt x="38100" y="3101721"/>
                  </a:cubicBezTo>
                  <a:cubicBezTo>
                    <a:pt x="60960" y="3101721"/>
                    <a:pt x="76200" y="3116961"/>
                    <a:pt x="76200" y="3139821"/>
                  </a:cubicBezTo>
                  <a:cubicBezTo>
                    <a:pt x="76200" y="3162681"/>
                    <a:pt x="60960" y="3177921"/>
                    <a:pt x="38100" y="3177921"/>
                  </a:cubicBezTo>
                  <a:close/>
                  <a:moveTo>
                    <a:pt x="6413246" y="3132201"/>
                  </a:moveTo>
                  <a:cubicBezTo>
                    <a:pt x="6405626" y="3109341"/>
                    <a:pt x="6428486" y="3094101"/>
                    <a:pt x="6443726" y="3094101"/>
                  </a:cubicBezTo>
                  <a:cubicBezTo>
                    <a:pt x="6466586" y="3094101"/>
                    <a:pt x="6481826" y="3109341"/>
                    <a:pt x="6489446" y="3132201"/>
                  </a:cubicBezTo>
                  <a:cubicBezTo>
                    <a:pt x="6489446" y="3147441"/>
                    <a:pt x="6466586" y="3170301"/>
                    <a:pt x="6451346" y="3170301"/>
                  </a:cubicBezTo>
                  <a:cubicBezTo>
                    <a:pt x="6428486" y="3170301"/>
                    <a:pt x="6413246" y="3155061"/>
                    <a:pt x="6413246" y="3132201"/>
                  </a:cubicBezTo>
                  <a:close/>
                  <a:moveTo>
                    <a:pt x="53340" y="2964561"/>
                  </a:moveTo>
                  <a:cubicBezTo>
                    <a:pt x="30480" y="2964561"/>
                    <a:pt x="15240" y="2941701"/>
                    <a:pt x="15240" y="2918841"/>
                  </a:cubicBezTo>
                  <a:cubicBezTo>
                    <a:pt x="15240" y="2903601"/>
                    <a:pt x="38100" y="2888361"/>
                    <a:pt x="53340" y="2888361"/>
                  </a:cubicBezTo>
                  <a:cubicBezTo>
                    <a:pt x="76200" y="2888361"/>
                    <a:pt x="91440" y="2911221"/>
                    <a:pt x="91440" y="2926461"/>
                  </a:cubicBezTo>
                  <a:cubicBezTo>
                    <a:pt x="91440" y="2949321"/>
                    <a:pt x="76200" y="2964561"/>
                    <a:pt x="53340" y="2964561"/>
                  </a:cubicBezTo>
                  <a:close/>
                  <a:moveTo>
                    <a:pt x="6398006" y="2918841"/>
                  </a:moveTo>
                  <a:cubicBezTo>
                    <a:pt x="6390386" y="2903601"/>
                    <a:pt x="6405626" y="2880741"/>
                    <a:pt x="6428486" y="2880741"/>
                  </a:cubicBezTo>
                  <a:cubicBezTo>
                    <a:pt x="6451346" y="2880741"/>
                    <a:pt x="6466586" y="2895981"/>
                    <a:pt x="6474206" y="2911221"/>
                  </a:cubicBezTo>
                  <a:cubicBezTo>
                    <a:pt x="6474206" y="2934081"/>
                    <a:pt x="6458966" y="2956941"/>
                    <a:pt x="6436106" y="2956941"/>
                  </a:cubicBezTo>
                  <a:cubicBezTo>
                    <a:pt x="6413246" y="2956941"/>
                    <a:pt x="6398006" y="2941701"/>
                    <a:pt x="6398006" y="2918841"/>
                  </a:cubicBezTo>
                  <a:close/>
                  <a:moveTo>
                    <a:pt x="76200" y="2751074"/>
                  </a:moveTo>
                  <a:cubicBezTo>
                    <a:pt x="53340" y="2743454"/>
                    <a:pt x="38100" y="2728214"/>
                    <a:pt x="45720" y="2705354"/>
                  </a:cubicBezTo>
                  <a:cubicBezTo>
                    <a:pt x="45720" y="2682494"/>
                    <a:pt x="68580" y="2674874"/>
                    <a:pt x="91440" y="2674874"/>
                  </a:cubicBezTo>
                  <a:cubicBezTo>
                    <a:pt x="106680" y="2674874"/>
                    <a:pt x="121920" y="2697734"/>
                    <a:pt x="121920" y="2720594"/>
                  </a:cubicBezTo>
                  <a:cubicBezTo>
                    <a:pt x="114300" y="2735834"/>
                    <a:pt x="99060" y="2751074"/>
                    <a:pt x="83820" y="2751074"/>
                  </a:cubicBezTo>
                  <a:cubicBezTo>
                    <a:pt x="76200" y="2751074"/>
                    <a:pt x="76200" y="2751074"/>
                    <a:pt x="76200" y="2751074"/>
                  </a:cubicBezTo>
                  <a:close/>
                  <a:moveTo>
                    <a:pt x="6367526" y="2712974"/>
                  </a:moveTo>
                  <a:cubicBezTo>
                    <a:pt x="6359906" y="2690114"/>
                    <a:pt x="6375146" y="2674874"/>
                    <a:pt x="6398006" y="2667254"/>
                  </a:cubicBezTo>
                  <a:cubicBezTo>
                    <a:pt x="6420866" y="2667254"/>
                    <a:pt x="6436106" y="2674874"/>
                    <a:pt x="6443726" y="2697734"/>
                  </a:cubicBezTo>
                  <a:cubicBezTo>
                    <a:pt x="6443726" y="2720594"/>
                    <a:pt x="6428486" y="2735834"/>
                    <a:pt x="6413246" y="2743454"/>
                  </a:cubicBezTo>
                  <a:cubicBezTo>
                    <a:pt x="6405626" y="2743454"/>
                    <a:pt x="6405626" y="2743454"/>
                    <a:pt x="6405626" y="2743454"/>
                  </a:cubicBezTo>
                  <a:cubicBezTo>
                    <a:pt x="6382766" y="2743454"/>
                    <a:pt x="6367526" y="2728214"/>
                    <a:pt x="6367526" y="2712974"/>
                  </a:cubicBezTo>
                  <a:close/>
                  <a:moveTo>
                    <a:pt x="114300" y="2537714"/>
                  </a:moveTo>
                  <a:cubicBezTo>
                    <a:pt x="91440" y="2537714"/>
                    <a:pt x="83820" y="2514854"/>
                    <a:pt x="83820" y="2491994"/>
                  </a:cubicBezTo>
                  <a:cubicBezTo>
                    <a:pt x="91440" y="2476754"/>
                    <a:pt x="114300" y="2461514"/>
                    <a:pt x="129540" y="2469134"/>
                  </a:cubicBezTo>
                  <a:cubicBezTo>
                    <a:pt x="152400" y="2469134"/>
                    <a:pt x="167640" y="2491994"/>
                    <a:pt x="160020" y="2514854"/>
                  </a:cubicBezTo>
                  <a:cubicBezTo>
                    <a:pt x="160020" y="2530094"/>
                    <a:pt x="144780" y="2537714"/>
                    <a:pt x="121920" y="2537714"/>
                  </a:cubicBezTo>
                  <a:cubicBezTo>
                    <a:pt x="121920" y="2537714"/>
                    <a:pt x="121920" y="2537714"/>
                    <a:pt x="114300" y="2537714"/>
                  </a:cubicBezTo>
                  <a:close/>
                  <a:moveTo>
                    <a:pt x="6321806" y="2507234"/>
                  </a:moveTo>
                  <a:cubicBezTo>
                    <a:pt x="6321806" y="2484374"/>
                    <a:pt x="6329426" y="2461514"/>
                    <a:pt x="6352286" y="2461514"/>
                  </a:cubicBezTo>
                  <a:cubicBezTo>
                    <a:pt x="6375146" y="2453894"/>
                    <a:pt x="6390386" y="2469134"/>
                    <a:pt x="6398006" y="2484374"/>
                  </a:cubicBezTo>
                  <a:cubicBezTo>
                    <a:pt x="6405626" y="2507234"/>
                    <a:pt x="6390386" y="2530094"/>
                    <a:pt x="6367526" y="2530094"/>
                  </a:cubicBezTo>
                  <a:cubicBezTo>
                    <a:pt x="6367526" y="2530094"/>
                    <a:pt x="6367526" y="2530094"/>
                    <a:pt x="6359906" y="2530094"/>
                  </a:cubicBezTo>
                  <a:cubicBezTo>
                    <a:pt x="6344666" y="2530094"/>
                    <a:pt x="6329426" y="2522474"/>
                    <a:pt x="6321806" y="2507234"/>
                  </a:cubicBezTo>
                  <a:close/>
                  <a:moveTo>
                    <a:pt x="167513" y="2331974"/>
                  </a:moveTo>
                  <a:cubicBezTo>
                    <a:pt x="152273" y="2324354"/>
                    <a:pt x="137033" y="2301494"/>
                    <a:pt x="144653" y="2286254"/>
                  </a:cubicBezTo>
                  <a:cubicBezTo>
                    <a:pt x="152273" y="2263394"/>
                    <a:pt x="175133" y="2255774"/>
                    <a:pt x="190373" y="2263394"/>
                  </a:cubicBezTo>
                  <a:cubicBezTo>
                    <a:pt x="213233" y="2263394"/>
                    <a:pt x="220853" y="2286254"/>
                    <a:pt x="213233" y="2309114"/>
                  </a:cubicBezTo>
                  <a:cubicBezTo>
                    <a:pt x="213233" y="2324354"/>
                    <a:pt x="197993" y="2331974"/>
                    <a:pt x="182753" y="2331974"/>
                  </a:cubicBezTo>
                  <a:cubicBezTo>
                    <a:pt x="175133" y="2331974"/>
                    <a:pt x="175133" y="2331974"/>
                    <a:pt x="167513" y="2331974"/>
                  </a:cubicBezTo>
                  <a:close/>
                  <a:moveTo>
                    <a:pt x="6268466" y="2301494"/>
                  </a:moveTo>
                  <a:cubicBezTo>
                    <a:pt x="6260846" y="2278634"/>
                    <a:pt x="6276086" y="2255774"/>
                    <a:pt x="6291326" y="2255774"/>
                  </a:cubicBezTo>
                  <a:cubicBezTo>
                    <a:pt x="6314186" y="2248154"/>
                    <a:pt x="6337046" y="2255774"/>
                    <a:pt x="6344666" y="2278634"/>
                  </a:cubicBezTo>
                  <a:cubicBezTo>
                    <a:pt x="6344666" y="2293874"/>
                    <a:pt x="6337046" y="2316734"/>
                    <a:pt x="6314186" y="2324354"/>
                  </a:cubicBezTo>
                  <a:cubicBezTo>
                    <a:pt x="6314186" y="2324354"/>
                    <a:pt x="6306566" y="2324354"/>
                    <a:pt x="6306566" y="2324354"/>
                  </a:cubicBezTo>
                  <a:cubicBezTo>
                    <a:pt x="6291326" y="2324354"/>
                    <a:pt x="6276086" y="2316734"/>
                    <a:pt x="6268466" y="2301494"/>
                  </a:cubicBezTo>
                  <a:close/>
                  <a:moveTo>
                    <a:pt x="236093" y="2126234"/>
                  </a:moveTo>
                  <a:cubicBezTo>
                    <a:pt x="220853" y="2118614"/>
                    <a:pt x="205613" y="2095754"/>
                    <a:pt x="213233" y="2080514"/>
                  </a:cubicBezTo>
                  <a:cubicBezTo>
                    <a:pt x="220853" y="2057654"/>
                    <a:pt x="243713" y="2050034"/>
                    <a:pt x="266573" y="2057654"/>
                  </a:cubicBezTo>
                  <a:cubicBezTo>
                    <a:pt x="281813" y="2065274"/>
                    <a:pt x="297053" y="2088134"/>
                    <a:pt x="289433" y="2103374"/>
                  </a:cubicBezTo>
                  <a:cubicBezTo>
                    <a:pt x="281813" y="2118614"/>
                    <a:pt x="266573" y="2133854"/>
                    <a:pt x="251333" y="2133854"/>
                  </a:cubicBezTo>
                  <a:cubicBezTo>
                    <a:pt x="243713" y="2133854"/>
                    <a:pt x="243713" y="2133854"/>
                    <a:pt x="236093" y="2126234"/>
                  </a:cubicBezTo>
                  <a:close/>
                  <a:moveTo>
                    <a:pt x="6199886" y="2103374"/>
                  </a:moveTo>
                  <a:cubicBezTo>
                    <a:pt x="6192266" y="2080514"/>
                    <a:pt x="6199886" y="2057654"/>
                    <a:pt x="6222746" y="2050034"/>
                  </a:cubicBezTo>
                  <a:cubicBezTo>
                    <a:pt x="6237986" y="2042414"/>
                    <a:pt x="6260846" y="2050034"/>
                    <a:pt x="6268466" y="2072894"/>
                  </a:cubicBezTo>
                  <a:cubicBezTo>
                    <a:pt x="6276086" y="2095754"/>
                    <a:pt x="6268466" y="2110994"/>
                    <a:pt x="6245606" y="2118614"/>
                  </a:cubicBezTo>
                  <a:cubicBezTo>
                    <a:pt x="6245606" y="2126234"/>
                    <a:pt x="6237986" y="2126234"/>
                    <a:pt x="6230366" y="2126234"/>
                  </a:cubicBezTo>
                  <a:cubicBezTo>
                    <a:pt x="6215126" y="2126234"/>
                    <a:pt x="6207506" y="2118614"/>
                    <a:pt x="6199886" y="2103374"/>
                  </a:cubicBezTo>
                  <a:close/>
                  <a:moveTo>
                    <a:pt x="319913" y="1928114"/>
                  </a:moveTo>
                  <a:cubicBezTo>
                    <a:pt x="297053" y="1920494"/>
                    <a:pt x="289433" y="1897634"/>
                    <a:pt x="297053" y="1882394"/>
                  </a:cubicBezTo>
                  <a:cubicBezTo>
                    <a:pt x="312293" y="1859534"/>
                    <a:pt x="335153" y="1851914"/>
                    <a:pt x="350393" y="1859534"/>
                  </a:cubicBezTo>
                  <a:cubicBezTo>
                    <a:pt x="373253" y="1867154"/>
                    <a:pt x="380873" y="1890014"/>
                    <a:pt x="365633" y="1912874"/>
                  </a:cubicBezTo>
                  <a:cubicBezTo>
                    <a:pt x="365633" y="1928114"/>
                    <a:pt x="350393" y="1935734"/>
                    <a:pt x="335153" y="1935734"/>
                  </a:cubicBezTo>
                  <a:cubicBezTo>
                    <a:pt x="327533" y="1935734"/>
                    <a:pt x="327533" y="1935734"/>
                    <a:pt x="319913" y="1928114"/>
                  </a:cubicBezTo>
                  <a:close/>
                  <a:moveTo>
                    <a:pt x="6116193" y="1905254"/>
                  </a:moveTo>
                  <a:cubicBezTo>
                    <a:pt x="6108573" y="1890014"/>
                    <a:pt x="6116193" y="1867154"/>
                    <a:pt x="6131433" y="1851914"/>
                  </a:cubicBezTo>
                  <a:cubicBezTo>
                    <a:pt x="6154293" y="1844294"/>
                    <a:pt x="6177153" y="1851914"/>
                    <a:pt x="6184773" y="1874774"/>
                  </a:cubicBezTo>
                  <a:cubicBezTo>
                    <a:pt x="6192393" y="1890014"/>
                    <a:pt x="6184773" y="1912874"/>
                    <a:pt x="6169533" y="1928114"/>
                  </a:cubicBezTo>
                  <a:cubicBezTo>
                    <a:pt x="6161913" y="1928114"/>
                    <a:pt x="6154293" y="1928114"/>
                    <a:pt x="6146673" y="1928114"/>
                  </a:cubicBezTo>
                  <a:cubicBezTo>
                    <a:pt x="6139053" y="1928114"/>
                    <a:pt x="6123813" y="1920494"/>
                    <a:pt x="6116193" y="1905254"/>
                  </a:cubicBezTo>
                  <a:close/>
                  <a:moveTo>
                    <a:pt x="411353" y="1737614"/>
                  </a:moveTo>
                  <a:cubicBezTo>
                    <a:pt x="396113" y="1729994"/>
                    <a:pt x="388493" y="1707134"/>
                    <a:pt x="396113" y="1684274"/>
                  </a:cubicBezTo>
                  <a:cubicBezTo>
                    <a:pt x="411353" y="1669034"/>
                    <a:pt x="434213" y="1661414"/>
                    <a:pt x="449453" y="1669034"/>
                  </a:cubicBezTo>
                  <a:cubicBezTo>
                    <a:pt x="464693" y="1684274"/>
                    <a:pt x="472313" y="1707134"/>
                    <a:pt x="464693" y="1722374"/>
                  </a:cubicBezTo>
                  <a:cubicBezTo>
                    <a:pt x="457073" y="1737614"/>
                    <a:pt x="441833" y="1745234"/>
                    <a:pt x="434213" y="1745234"/>
                  </a:cubicBezTo>
                  <a:cubicBezTo>
                    <a:pt x="426593" y="1745234"/>
                    <a:pt x="418973" y="1737614"/>
                    <a:pt x="411353" y="1737614"/>
                  </a:cubicBezTo>
                  <a:close/>
                  <a:moveTo>
                    <a:pt x="6017133" y="1714754"/>
                  </a:moveTo>
                  <a:cubicBezTo>
                    <a:pt x="6009513" y="1699514"/>
                    <a:pt x="6017133" y="1676654"/>
                    <a:pt x="6032373" y="1669034"/>
                  </a:cubicBezTo>
                  <a:cubicBezTo>
                    <a:pt x="6055233" y="1653794"/>
                    <a:pt x="6078093" y="1661414"/>
                    <a:pt x="6085713" y="1684274"/>
                  </a:cubicBezTo>
                  <a:cubicBezTo>
                    <a:pt x="6093333" y="1699514"/>
                    <a:pt x="6093333" y="1722374"/>
                    <a:pt x="6070473" y="1729994"/>
                  </a:cubicBezTo>
                  <a:cubicBezTo>
                    <a:pt x="6062853" y="1737614"/>
                    <a:pt x="6062853" y="1737614"/>
                    <a:pt x="6055233" y="1737614"/>
                  </a:cubicBezTo>
                  <a:cubicBezTo>
                    <a:pt x="6039993" y="1737614"/>
                    <a:pt x="6024753" y="1729994"/>
                    <a:pt x="6017133" y="1714754"/>
                  </a:cubicBezTo>
                  <a:close/>
                  <a:moveTo>
                    <a:pt x="517906" y="1554607"/>
                  </a:moveTo>
                  <a:cubicBezTo>
                    <a:pt x="502666" y="1539367"/>
                    <a:pt x="495046" y="1516507"/>
                    <a:pt x="510286" y="1501267"/>
                  </a:cubicBezTo>
                  <a:cubicBezTo>
                    <a:pt x="517906" y="1478407"/>
                    <a:pt x="540766" y="1478407"/>
                    <a:pt x="563626" y="1486027"/>
                  </a:cubicBezTo>
                  <a:cubicBezTo>
                    <a:pt x="578866" y="1501267"/>
                    <a:pt x="586486" y="1524127"/>
                    <a:pt x="571246" y="1539367"/>
                  </a:cubicBezTo>
                  <a:cubicBezTo>
                    <a:pt x="563626" y="1554607"/>
                    <a:pt x="556006" y="1554607"/>
                    <a:pt x="540766" y="1554607"/>
                  </a:cubicBezTo>
                  <a:cubicBezTo>
                    <a:pt x="533146" y="1554607"/>
                    <a:pt x="525526" y="1554607"/>
                    <a:pt x="517906" y="1554607"/>
                  </a:cubicBezTo>
                  <a:close/>
                  <a:moveTo>
                    <a:pt x="5910453" y="1539367"/>
                  </a:moveTo>
                  <a:cubicBezTo>
                    <a:pt x="5902833" y="1516507"/>
                    <a:pt x="5902833" y="1493647"/>
                    <a:pt x="5925693" y="1486027"/>
                  </a:cubicBezTo>
                  <a:cubicBezTo>
                    <a:pt x="5940933" y="1470787"/>
                    <a:pt x="5963793" y="1478407"/>
                    <a:pt x="5979033" y="1493647"/>
                  </a:cubicBezTo>
                  <a:cubicBezTo>
                    <a:pt x="5986653" y="1508887"/>
                    <a:pt x="5979033" y="1539367"/>
                    <a:pt x="5963793" y="1546987"/>
                  </a:cubicBezTo>
                  <a:cubicBezTo>
                    <a:pt x="5956173" y="1554607"/>
                    <a:pt x="5948553" y="1554607"/>
                    <a:pt x="5940933" y="1554607"/>
                  </a:cubicBezTo>
                  <a:cubicBezTo>
                    <a:pt x="5933313" y="1554607"/>
                    <a:pt x="5918073" y="1546987"/>
                    <a:pt x="5910453" y="1539367"/>
                  </a:cubicBezTo>
                  <a:close/>
                  <a:moveTo>
                    <a:pt x="639826" y="1371727"/>
                  </a:moveTo>
                  <a:cubicBezTo>
                    <a:pt x="624586" y="1364107"/>
                    <a:pt x="616966" y="1341247"/>
                    <a:pt x="632206" y="1318387"/>
                  </a:cubicBezTo>
                  <a:cubicBezTo>
                    <a:pt x="647446" y="1303147"/>
                    <a:pt x="670306" y="1303147"/>
                    <a:pt x="685546" y="1310767"/>
                  </a:cubicBezTo>
                  <a:cubicBezTo>
                    <a:pt x="700786" y="1326007"/>
                    <a:pt x="708406" y="1348867"/>
                    <a:pt x="693166" y="1364107"/>
                  </a:cubicBezTo>
                  <a:cubicBezTo>
                    <a:pt x="685546" y="1379347"/>
                    <a:pt x="677926" y="1379347"/>
                    <a:pt x="662686" y="1379347"/>
                  </a:cubicBezTo>
                  <a:cubicBezTo>
                    <a:pt x="655066" y="1379347"/>
                    <a:pt x="647446" y="1379347"/>
                    <a:pt x="639826" y="1371727"/>
                  </a:cubicBezTo>
                  <a:close/>
                  <a:moveTo>
                    <a:pt x="5788660" y="1364107"/>
                  </a:moveTo>
                  <a:cubicBezTo>
                    <a:pt x="5781040" y="1341247"/>
                    <a:pt x="5781040" y="1318387"/>
                    <a:pt x="5796280" y="1310767"/>
                  </a:cubicBezTo>
                  <a:cubicBezTo>
                    <a:pt x="5819140" y="1295527"/>
                    <a:pt x="5842000" y="1303147"/>
                    <a:pt x="5849620" y="1318387"/>
                  </a:cubicBezTo>
                  <a:cubicBezTo>
                    <a:pt x="5864860" y="1333627"/>
                    <a:pt x="5864860" y="1356487"/>
                    <a:pt x="5842000" y="1371727"/>
                  </a:cubicBezTo>
                  <a:cubicBezTo>
                    <a:pt x="5834380" y="1371727"/>
                    <a:pt x="5826760" y="1379347"/>
                    <a:pt x="5819140" y="1379347"/>
                  </a:cubicBezTo>
                  <a:cubicBezTo>
                    <a:pt x="5811520" y="1379347"/>
                    <a:pt x="5796280" y="1371727"/>
                    <a:pt x="5788660" y="1364107"/>
                  </a:cubicBezTo>
                  <a:close/>
                  <a:moveTo>
                    <a:pt x="769239" y="1204087"/>
                  </a:moveTo>
                  <a:cubicBezTo>
                    <a:pt x="753999" y="1188847"/>
                    <a:pt x="753999" y="1165987"/>
                    <a:pt x="769239" y="1150747"/>
                  </a:cubicBezTo>
                  <a:cubicBezTo>
                    <a:pt x="776859" y="1135507"/>
                    <a:pt x="807339" y="1135507"/>
                    <a:pt x="822579" y="1143127"/>
                  </a:cubicBezTo>
                  <a:cubicBezTo>
                    <a:pt x="837819" y="1158367"/>
                    <a:pt x="837819" y="1181227"/>
                    <a:pt x="822579" y="1196467"/>
                  </a:cubicBezTo>
                  <a:cubicBezTo>
                    <a:pt x="814959" y="1211707"/>
                    <a:pt x="807339" y="1211707"/>
                    <a:pt x="792099" y="1211707"/>
                  </a:cubicBezTo>
                  <a:cubicBezTo>
                    <a:pt x="784479" y="1211707"/>
                    <a:pt x="776859" y="1211707"/>
                    <a:pt x="769239" y="1204087"/>
                  </a:cubicBezTo>
                  <a:close/>
                  <a:moveTo>
                    <a:pt x="5659120" y="1196467"/>
                  </a:moveTo>
                  <a:cubicBezTo>
                    <a:pt x="5643880" y="1181227"/>
                    <a:pt x="5651500" y="1158367"/>
                    <a:pt x="5666740" y="1143127"/>
                  </a:cubicBezTo>
                  <a:cubicBezTo>
                    <a:pt x="5681980" y="1127887"/>
                    <a:pt x="5704840" y="1127887"/>
                    <a:pt x="5720080" y="1143127"/>
                  </a:cubicBezTo>
                  <a:cubicBezTo>
                    <a:pt x="5727700" y="1165987"/>
                    <a:pt x="5727700" y="1188847"/>
                    <a:pt x="5712460" y="1196467"/>
                  </a:cubicBezTo>
                  <a:cubicBezTo>
                    <a:pt x="5704840" y="1204087"/>
                    <a:pt x="5697220" y="1211707"/>
                    <a:pt x="5689600" y="1211707"/>
                  </a:cubicBezTo>
                  <a:cubicBezTo>
                    <a:pt x="5674360" y="1211707"/>
                    <a:pt x="5666740" y="1204087"/>
                    <a:pt x="5659120" y="1196467"/>
                  </a:cubicBezTo>
                  <a:close/>
                  <a:moveTo>
                    <a:pt x="914019" y="1044067"/>
                  </a:moveTo>
                  <a:cubicBezTo>
                    <a:pt x="898779" y="1028827"/>
                    <a:pt x="898779" y="1005967"/>
                    <a:pt x="914019" y="990727"/>
                  </a:cubicBezTo>
                  <a:cubicBezTo>
                    <a:pt x="929259" y="975487"/>
                    <a:pt x="952119" y="975487"/>
                    <a:pt x="967359" y="990727"/>
                  </a:cubicBezTo>
                  <a:cubicBezTo>
                    <a:pt x="982599" y="1005967"/>
                    <a:pt x="982599" y="1028827"/>
                    <a:pt x="967359" y="1044067"/>
                  </a:cubicBezTo>
                  <a:cubicBezTo>
                    <a:pt x="959739" y="1051687"/>
                    <a:pt x="952119" y="1051687"/>
                    <a:pt x="936879" y="1051687"/>
                  </a:cubicBezTo>
                  <a:cubicBezTo>
                    <a:pt x="929259" y="1051687"/>
                    <a:pt x="921639" y="1051687"/>
                    <a:pt x="914019" y="1044067"/>
                  </a:cubicBezTo>
                  <a:close/>
                  <a:moveTo>
                    <a:pt x="5514467" y="1036447"/>
                  </a:moveTo>
                  <a:cubicBezTo>
                    <a:pt x="5499227" y="1021207"/>
                    <a:pt x="5506847" y="998347"/>
                    <a:pt x="5514467" y="983107"/>
                  </a:cubicBezTo>
                  <a:cubicBezTo>
                    <a:pt x="5529707" y="967867"/>
                    <a:pt x="5560187" y="967867"/>
                    <a:pt x="5575427" y="983107"/>
                  </a:cubicBezTo>
                  <a:cubicBezTo>
                    <a:pt x="5583047" y="998347"/>
                    <a:pt x="5583047" y="1028827"/>
                    <a:pt x="5567807" y="1036447"/>
                  </a:cubicBezTo>
                  <a:cubicBezTo>
                    <a:pt x="5560187" y="1044067"/>
                    <a:pt x="5552567" y="1051687"/>
                    <a:pt x="5544947" y="1051687"/>
                  </a:cubicBezTo>
                  <a:cubicBezTo>
                    <a:pt x="5537327" y="1051687"/>
                    <a:pt x="5522087" y="1044067"/>
                    <a:pt x="5514467" y="1036447"/>
                  </a:cubicBezTo>
                  <a:close/>
                  <a:moveTo>
                    <a:pt x="1066292" y="891667"/>
                  </a:moveTo>
                  <a:cubicBezTo>
                    <a:pt x="1051052" y="876427"/>
                    <a:pt x="1051052" y="853567"/>
                    <a:pt x="1066292" y="838327"/>
                  </a:cubicBezTo>
                  <a:cubicBezTo>
                    <a:pt x="1081532" y="823087"/>
                    <a:pt x="1104392" y="823087"/>
                    <a:pt x="1119632" y="838327"/>
                  </a:cubicBezTo>
                  <a:cubicBezTo>
                    <a:pt x="1134872" y="853567"/>
                    <a:pt x="1134872" y="884047"/>
                    <a:pt x="1119632" y="899287"/>
                  </a:cubicBezTo>
                  <a:cubicBezTo>
                    <a:pt x="1112012" y="899287"/>
                    <a:pt x="1104392" y="906907"/>
                    <a:pt x="1089152" y="906907"/>
                  </a:cubicBezTo>
                  <a:cubicBezTo>
                    <a:pt x="1081532" y="906907"/>
                    <a:pt x="1073912" y="899287"/>
                    <a:pt x="1066292" y="891667"/>
                  </a:cubicBezTo>
                  <a:close/>
                  <a:moveTo>
                    <a:pt x="5362067" y="891667"/>
                  </a:moveTo>
                  <a:cubicBezTo>
                    <a:pt x="5346827" y="876427"/>
                    <a:pt x="5346827" y="853567"/>
                    <a:pt x="5362067" y="838327"/>
                  </a:cubicBezTo>
                  <a:cubicBezTo>
                    <a:pt x="5377307" y="823087"/>
                    <a:pt x="5400167" y="823087"/>
                    <a:pt x="5415407" y="838327"/>
                  </a:cubicBezTo>
                  <a:cubicBezTo>
                    <a:pt x="5430647" y="845947"/>
                    <a:pt x="5430647" y="876427"/>
                    <a:pt x="5415407" y="891667"/>
                  </a:cubicBezTo>
                  <a:cubicBezTo>
                    <a:pt x="5407787" y="899287"/>
                    <a:pt x="5400167" y="899287"/>
                    <a:pt x="5392547" y="899287"/>
                  </a:cubicBezTo>
                  <a:cubicBezTo>
                    <a:pt x="5384927" y="899287"/>
                    <a:pt x="5369687" y="899287"/>
                    <a:pt x="5362067" y="891667"/>
                  </a:cubicBezTo>
                  <a:close/>
                  <a:moveTo>
                    <a:pt x="1226312" y="754507"/>
                  </a:moveTo>
                  <a:cubicBezTo>
                    <a:pt x="1211072" y="739267"/>
                    <a:pt x="1218692" y="708787"/>
                    <a:pt x="1233932" y="701167"/>
                  </a:cubicBezTo>
                  <a:cubicBezTo>
                    <a:pt x="1249172" y="685927"/>
                    <a:pt x="1272032" y="685927"/>
                    <a:pt x="1287272" y="708787"/>
                  </a:cubicBezTo>
                  <a:cubicBezTo>
                    <a:pt x="1302512" y="724027"/>
                    <a:pt x="1294892" y="746887"/>
                    <a:pt x="1279652" y="762127"/>
                  </a:cubicBezTo>
                  <a:cubicBezTo>
                    <a:pt x="1272032" y="762127"/>
                    <a:pt x="1264412" y="769747"/>
                    <a:pt x="1256792" y="769747"/>
                  </a:cubicBezTo>
                  <a:cubicBezTo>
                    <a:pt x="1241552" y="769747"/>
                    <a:pt x="1233932" y="762127"/>
                    <a:pt x="1226312" y="754507"/>
                  </a:cubicBezTo>
                  <a:close/>
                  <a:moveTo>
                    <a:pt x="5202174" y="754507"/>
                  </a:moveTo>
                  <a:cubicBezTo>
                    <a:pt x="5186934" y="739267"/>
                    <a:pt x="5186934" y="716407"/>
                    <a:pt x="5194554" y="701167"/>
                  </a:cubicBezTo>
                  <a:cubicBezTo>
                    <a:pt x="5209794" y="685927"/>
                    <a:pt x="5232654" y="685927"/>
                    <a:pt x="5247894" y="693547"/>
                  </a:cubicBezTo>
                  <a:cubicBezTo>
                    <a:pt x="5270754" y="708787"/>
                    <a:pt x="5270754" y="731647"/>
                    <a:pt x="5255514" y="746887"/>
                  </a:cubicBezTo>
                  <a:cubicBezTo>
                    <a:pt x="5247894" y="762127"/>
                    <a:pt x="5240274" y="762127"/>
                    <a:pt x="5225034" y="762127"/>
                  </a:cubicBezTo>
                  <a:cubicBezTo>
                    <a:pt x="5217414" y="762127"/>
                    <a:pt x="5209794" y="762127"/>
                    <a:pt x="5202174" y="754507"/>
                  </a:cubicBezTo>
                  <a:close/>
                  <a:moveTo>
                    <a:pt x="1393825" y="624967"/>
                  </a:moveTo>
                  <a:cubicBezTo>
                    <a:pt x="1386205" y="602107"/>
                    <a:pt x="1386205" y="579247"/>
                    <a:pt x="1409065" y="571627"/>
                  </a:cubicBezTo>
                  <a:cubicBezTo>
                    <a:pt x="1424305" y="556387"/>
                    <a:pt x="1447165" y="564007"/>
                    <a:pt x="1462405" y="579247"/>
                  </a:cubicBezTo>
                  <a:cubicBezTo>
                    <a:pt x="1470025" y="594487"/>
                    <a:pt x="1470025" y="617347"/>
                    <a:pt x="1447165" y="632587"/>
                  </a:cubicBezTo>
                  <a:cubicBezTo>
                    <a:pt x="1439545" y="640207"/>
                    <a:pt x="1439545" y="640207"/>
                    <a:pt x="1431925" y="640207"/>
                  </a:cubicBezTo>
                  <a:cubicBezTo>
                    <a:pt x="1416685" y="640207"/>
                    <a:pt x="1401445" y="632587"/>
                    <a:pt x="1393825" y="624967"/>
                  </a:cubicBezTo>
                  <a:close/>
                  <a:moveTo>
                    <a:pt x="5034534" y="632587"/>
                  </a:moveTo>
                  <a:cubicBezTo>
                    <a:pt x="5011674" y="617347"/>
                    <a:pt x="5011674" y="594487"/>
                    <a:pt x="5019294" y="579247"/>
                  </a:cubicBezTo>
                  <a:cubicBezTo>
                    <a:pt x="5034534" y="556387"/>
                    <a:pt x="5057394" y="556387"/>
                    <a:pt x="5072634" y="564007"/>
                  </a:cubicBezTo>
                  <a:cubicBezTo>
                    <a:pt x="5095494" y="579247"/>
                    <a:pt x="5095494" y="602107"/>
                    <a:pt x="5087874" y="617347"/>
                  </a:cubicBezTo>
                  <a:cubicBezTo>
                    <a:pt x="5080254" y="632587"/>
                    <a:pt x="5065014" y="632587"/>
                    <a:pt x="5057394" y="632587"/>
                  </a:cubicBezTo>
                  <a:cubicBezTo>
                    <a:pt x="5049774" y="632587"/>
                    <a:pt x="5042154" y="632587"/>
                    <a:pt x="5034534" y="632587"/>
                  </a:cubicBezTo>
                  <a:close/>
                  <a:moveTo>
                    <a:pt x="1576578" y="502920"/>
                  </a:moveTo>
                  <a:cubicBezTo>
                    <a:pt x="1561338" y="487680"/>
                    <a:pt x="1568958" y="464820"/>
                    <a:pt x="1591818" y="449580"/>
                  </a:cubicBezTo>
                  <a:cubicBezTo>
                    <a:pt x="1607058" y="441960"/>
                    <a:pt x="1629918" y="449580"/>
                    <a:pt x="1637538" y="464820"/>
                  </a:cubicBezTo>
                  <a:cubicBezTo>
                    <a:pt x="1652778" y="487680"/>
                    <a:pt x="1645158" y="510540"/>
                    <a:pt x="1629918" y="518160"/>
                  </a:cubicBezTo>
                  <a:cubicBezTo>
                    <a:pt x="1622298" y="525780"/>
                    <a:pt x="1614678" y="525780"/>
                    <a:pt x="1607058" y="525780"/>
                  </a:cubicBezTo>
                  <a:cubicBezTo>
                    <a:pt x="1591818" y="525780"/>
                    <a:pt x="1584198" y="518160"/>
                    <a:pt x="1576578" y="502920"/>
                  </a:cubicBezTo>
                  <a:close/>
                  <a:moveTo>
                    <a:pt x="4851781" y="518160"/>
                  </a:moveTo>
                  <a:cubicBezTo>
                    <a:pt x="4836541" y="502920"/>
                    <a:pt x="4828921" y="480060"/>
                    <a:pt x="4844161" y="464820"/>
                  </a:cubicBezTo>
                  <a:cubicBezTo>
                    <a:pt x="4851781" y="441960"/>
                    <a:pt x="4874641" y="441960"/>
                    <a:pt x="4889881" y="449580"/>
                  </a:cubicBezTo>
                  <a:cubicBezTo>
                    <a:pt x="4912741" y="457200"/>
                    <a:pt x="4920361" y="487680"/>
                    <a:pt x="4905121" y="502920"/>
                  </a:cubicBezTo>
                  <a:cubicBezTo>
                    <a:pt x="4897501" y="510540"/>
                    <a:pt x="4889881" y="518160"/>
                    <a:pt x="4874641" y="518160"/>
                  </a:cubicBezTo>
                  <a:cubicBezTo>
                    <a:pt x="4867021" y="518160"/>
                    <a:pt x="4859401" y="518160"/>
                    <a:pt x="4851781" y="518160"/>
                  </a:cubicBezTo>
                  <a:close/>
                  <a:moveTo>
                    <a:pt x="1759458" y="396240"/>
                  </a:moveTo>
                  <a:cubicBezTo>
                    <a:pt x="1751838" y="381000"/>
                    <a:pt x="1759458" y="358140"/>
                    <a:pt x="1782318" y="350520"/>
                  </a:cubicBezTo>
                  <a:cubicBezTo>
                    <a:pt x="1797558" y="335280"/>
                    <a:pt x="1820418" y="342900"/>
                    <a:pt x="1828038" y="365760"/>
                  </a:cubicBezTo>
                  <a:cubicBezTo>
                    <a:pt x="1835658" y="381000"/>
                    <a:pt x="1835658" y="403860"/>
                    <a:pt x="1812798" y="419100"/>
                  </a:cubicBezTo>
                  <a:cubicBezTo>
                    <a:pt x="1805178" y="419100"/>
                    <a:pt x="1805178" y="419100"/>
                    <a:pt x="1797558" y="419100"/>
                  </a:cubicBezTo>
                  <a:cubicBezTo>
                    <a:pt x="1782318" y="419100"/>
                    <a:pt x="1767078" y="411480"/>
                    <a:pt x="1759458" y="396240"/>
                  </a:cubicBezTo>
                  <a:close/>
                  <a:moveTo>
                    <a:pt x="4669028" y="411480"/>
                  </a:moveTo>
                  <a:cubicBezTo>
                    <a:pt x="4646168" y="403860"/>
                    <a:pt x="4646168" y="381000"/>
                    <a:pt x="4653788" y="365760"/>
                  </a:cubicBezTo>
                  <a:cubicBezTo>
                    <a:pt x="4661408" y="342900"/>
                    <a:pt x="4684268" y="335280"/>
                    <a:pt x="4699508" y="342900"/>
                  </a:cubicBezTo>
                  <a:cubicBezTo>
                    <a:pt x="4722368" y="358140"/>
                    <a:pt x="4729988" y="381000"/>
                    <a:pt x="4722368" y="396240"/>
                  </a:cubicBezTo>
                  <a:cubicBezTo>
                    <a:pt x="4714748" y="411480"/>
                    <a:pt x="4699508" y="419100"/>
                    <a:pt x="4684268" y="419100"/>
                  </a:cubicBezTo>
                  <a:cubicBezTo>
                    <a:pt x="4676648" y="419100"/>
                    <a:pt x="4676648" y="419100"/>
                    <a:pt x="4669028" y="411480"/>
                  </a:cubicBezTo>
                  <a:close/>
                  <a:moveTo>
                    <a:pt x="1957451" y="304800"/>
                  </a:moveTo>
                  <a:cubicBezTo>
                    <a:pt x="1949831" y="289560"/>
                    <a:pt x="1957451" y="266700"/>
                    <a:pt x="1972691" y="259080"/>
                  </a:cubicBezTo>
                  <a:cubicBezTo>
                    <a:pt x="1995551" y="251460"/>
                    <a:pt x="2018411" y="259080"/>
                    <a:pt x="2026031" y="274320"/>
                  </a:cubicBezTo>
                  <a:cubicBezTo>
                    <a:pt x="2033651" y="297180"/>
                    <a:pt x="2026031" y="320040"/>
                    <a:pt x="2003171" y="327660"/>
                  </a:cubicBezTo>
                  <a:cubicBezTo>
                    <a:pt x="2003171" y="327660"/>
                    <a:pt x="1995551" y="327660"/>
                    <a:pt x="1987931" y="327660"/>
                  </a:cubicBezTo>
                  <a:cubicBezTo>
                    <a:pt x="1972691" y="327660"/>
                    <a:pt x="1957451" y="320040"/>
                    <a:pt x="1957451" y="304800"/>
                  </a:cubicBezTo>
                  <a:close/>
                  <a:moveTo>
                    <a:pt x="4478528" y="327660"/>
                  </a:moveTo>
                  <a:cubicBezTo>
                    <a:pt x="4455668" y="312420"/>
                    <a:pt x="4448048" y="297180"/>
                    <a:pt x="4455668" y="274320"/>
                  </a:cubicBezTo>
                  <a:cubicBezTo>
                    <a:pt x="4463288" y="251460"/>
                    <a:pt x="4486148" y="243840"/>
                    <a:pt x="4509008" y="251460"/>
                  </a:cubicBezTo>
                  <a:cubicBezTo>
                    <a:pt x="4524248" y="259080"/>
                    <a:pt x="4531868" y="281940"/>
                    <a:pt x="4524248" y="304800"/>
                  </a:cubicBezTo>
                  <a:cubicBezTo>
                    <a:pt x="4516628" y="320040"/>
                    <a:pt x="4509008" y="327660"/>
                    <a:pt x="4493768" y="327660"/>
                  </a:cubicBezTo>
                  <a:cubicBezTo>
                    <a:pt x="4486148" y="327660"/>
                    <a:pt x="4478528" y="327660"/>
                    <a:pt x="4478528" y="327660"/>
                  </a:cubicBezTo>
                  <a:close/>
                  <a:moveTo>
                    <a:pt x="2155444" y="228600"/>
                  </a:moveTo>
                  <a:cubicBezTo>
                    <a:pt x="2147824" y="205740"/>
                    <a:pt x="2155444" y="182880"/>
                    <a:pt x="2178304" y="175260"/>
                  </a:cubicBezTo>
                  <a:cubicBezTo>
                    <a:pt x="2193544" y="175260"/>
                    <a:pt x="2216404" y="182880"/>
                    <a:pt x="2224024" y="205740"/>
                  </a:cubicBezTo>
                  <a:cubicBezTo>
                    <a:pt x="2231644" y="220980"/>
                    <a:pt x="2224024" y="243840"/>
                    <a:pt x="2201164" y="251460"/>
                  </a:cubicBezTo>
                  <a:cubicBezTo>
                    <a:pt x="2201164" y="251460"/>
                    <a:pt x="2193544" y="251460"/>
                    <a:pt x="2185924" y="251460"/>
                  </a:cubicBezTo>
                  <a:cubicBezTo>
                    <a:pt x="2170684" y="251460"/>
                    <a:pt x="2155444" y="243840"/>
                    <a:pt x="2155444" y="228600"/>
                  </a:cubicBezTo>
                  <a:close/>
                  <a:moveTo>
                    <a:pt x="4280535" y="251460"/>
                  </a:moveTo>
                  <a:cubicBezTo>
                    <a:pt x="4257675" y="243840"/>
                    <a:pt x="4250055" y="220980"/>
                    <a:pt x="4257675" y="198120"/>
                  </a:cubicBezTo>
                  <a:cubicBezTo>
                    <a:pt x="4265295" y="182880"/>
                    <a:pt x="4280535" y="167640"/>
                    <a:pt x="4303395" y="175260"/>
                  </a:cubicBezTo>
                  <a:cubicBezTo>
                    <a:pt x="4326255" y="182880"/>
                    <a:pt x="4333875" y="205740"/>
                    <a:pt x="4326255" y="220980"/>
                  </a:cubicBezTo>
                  <a:cubicBezTo>
                    <a:pt x="4318635" y="243840"/>
                    <a:pt x="4303395" y="251460"/>
                    <a:pt x="4288155" y="251460"/>
                  </a:cubicBezTo>
                  <a:cubicBezTo>
                    <a:pt x="4288155" y="251460"/>
                    <a:pt x="4280535" y="251460"/>
                    <a:pt x="4280535" y="251460"/>
                  </a:cubicBezTo>
                  <a:close/>
                  <a:moveTo>
                    <a:pt x="2353564" y="160020"/>
                  </a:moveTo>
                  <a:cubicBezTo>
                    <a:pt x="2353564" y="137160"/>
                    <a:pt x="2361184" y="121920"/>
                    <a:pt x="2384044" y="114300"/>
                  </a:cubicBezTo>
                  <a:cubicBezTo>
                    <a:pt x="2406904" y="106680"/>
                    <a:pt x="2422144" y="121920"/>
                    <a:pt x="2429764" y="137160"/>
                  </a:cubicBezTo>
                  <a:cubicBezTo>
                    <a:pt x="2437384" y="160020"/>
                    <a:pt x="2422144" y="182880"/>
                    <a:pt x="2406904" y="190500"/>
                  </a:cubicBezTo>
                  <a:cubicBezTo>
                    <a:pt x="2399284" y="190500"/>
                    <a:pt x="2399284" y="190500"/>
                    <a:pt x="2391664" y="190500"/>
                  </a:cubicBezTo>
                  <a:cubicBezTo>
                    <a:pt x="2376424" y="190500"/>
                    <a:pt x="2361184" y="175260"/>
                    <a:pt x="2353564" y="160020"/>
                  </a:cubicBezTo>
                  <a:close/>
                  <a:moveTo>
                    <a:pt x="4074922" y="182880"/>
                  </a:moveTo>
                  <a:cubicBezTo>
                    <a:pt x="4059682" y="182880"/>
                    <a:pt x="4044442" y="160020"/>
                    <a:pt x="4052062" y="137160"/>
                  </a:cubicBezTo>
                  <a:cubicBezTo>
                    <a:pt x="4052062" y="121920"/>
                    <a:pt x="4074922" y="106680"/>
                    <a:pt x="4097782" y="114300"/>
                  </a:cubicBezTo>
                  <a:cubicBezTo>
                    <a:pt x="4120642" y="114300"/>
                    <a:pt x="4128262" y="137160"/>
                    <a:pt x="4120642" y="160020"/>
                  </a:cubicBezTo>
                  <a:cubicBezTo>
                    <a:pt x="4120642" y="175260"/>
                    <a:pt x="4105402" y="190500"/>
                    <a:pt x="4090162" y="190500"/>
                  </a:cubicBezTo>
                  <a:cubicBezTo>
                    <a:pt x="4082542" y="190500"/>
                    <a:pt x="4082542" y="182880"/>
                    <a:pt x="4074922" y="182880"/>
                  </a:cubicBezTo>
                  <a:close/>
                  <a:moveTo>
                    <a:pt x="2566797" y="106680"/>
                  </a:moveTo>
                  <a:cubicBezTo>
                    <a:pt x="2559177" y="91440"/>
                    <a:pt x="2574417" y="68580"/>
                    <a:pt x="2597277" y="60960"/>
                  </a:cubicBezTo>
                  <a:cubicBezTo>
                    <a:pt x="2612517" y="60960"/>
                    <a:pt x="2635377" y="76200"/>
                    <a:pt x="2635377" y="91440"/>
                  </a:cubicBezTo>
                  <a:cubicBezTo>
                    <a:pt x="2642997" y="114300"/>
                    <a:pt x="2627757" y="137160"/>
                    <a:pt x="2612517" y="137160"/>
                  </a:cubicBezTo>
                  <a:cubicBezTo>
                    <a:pt x="2604897" y="137160"/>
                    <a:pt x="2604897" y="137160"/>
                    <a:pt x="2604897" y="137160"/>
                  </a:cubicBezTo>
                  <a:cubicBezTo>
                    <a:pt x="2582037" y="137160"/>
                    <a:pt x="2566797" y="129540"/>
                    <a:pt x="2566797" y="106680"/>
                  </a:cubicBezTo>
                  <a:close/>
                  <a:moveTo>
                    <a:pt x="3869182" y="137160"/>
                  </a:moveTo>
                  <a:cubicBezTo>
                    <a:pt x="3846322" y="129540"/>
                    <a:pt x="3838702" y="114300"/>
                    <a:pt x="3838702" y="91440"/>
                  </a:cubicBezTo>
                  <a:cubicBezTo>
                    <a:pt x="3846322" y="68580"/>
                    <a:pt x="3861562" y="60960"/>
                    <a:pt x="3884422" y="60960"/>
                  </a:cubicBezTo>
                  <a:cubicBezTo>
                    <a:pt x="3907282" y="68580"/>
                    <a:pt x="3922522" y="83820"/>
                    <a:pt x="3914902" y="106680"/>
                  </a:cubicBezTo>
                  <a:cubicBezTo>
                    <a:pt x="3914902" y="121920"/>
                    <a:pt x="3899662" y="137160"/>
                    <a:pt x="3876802" y="137160"/>
                  </a:cubicBezTo>
                  <a:cubicBezTo>
                    <a:pt x="3876802" y="137160"/>
                    <a:pt x="3876802" y="137160"/>
                    <a:pt x="3869182" y="137160"/>
                  </a:cubicBezTo>
                  <a:close/>
                  <a:moveTo>
                    <a:pt x="2772410" y="68580"/>
                  </a:moveTo>
                  <a:cubicBezTo>
                    <a:pt x="2772410" y="45720"/>
                    <a:pt x="2787650" y="30480"/>
                    <a:pt x="2810510" y="30480"/>
                  </a:cubicBezTo>
                  <a:cubicBezTo>
                    <a:pt x="2825750" y="22860"/>
                    <a:pt x="2848610" y="38100"/>
                    <a:pt x="2848610" y="60960"/>
                  </a:cubicBezTo>
                  <a:cubicBezTo>
                    <a:pt x="2856230" y="83820"/>
                    <a:pt x="2840990" y="99060"/>
                    <a:pt x="2818130" y="106680"/>
                  </a:cubicBezTo>
                  <a:cubicBezTo>
                    <a:pt x="2818130" y="106680"/>
                    <a:pt x="2818130" y="106680"/>
                    <a:pt x="2810510" y="106680"/>
                  </a:cubicBezTo>
                  <a:cubicBezTo>
                    <a:pt x="2795270" y="106680"/>
                    <a:pt x="2780030" y="91440"/>
                    <a:pt x="2772410" y="68580"/>
                  </a:cubicBezTo>
                  <a:close/>
                  <a:moveTo>
                    <a:pt x="3663569" y="99060"/>
                  </a:moveTo>
                  <a:cubicBezTo>
                    <a:pt x="3640709" y="99060"/>
                    <a:pt x="3625469" y="83820"/>
                    <a:pt x="3633089" y="60960"/>
                  </a:cubicBezTo>
                  <a:cubicBezTo>
                    <a:pt x="3633089" y="38100"/>
                    <a:pt x="3648329" y="22860"/>
                    <a:pt x="3671189" y="22860"/>
                  </a:cubicBezTo>
                  <a:cubicBezTo>
                    <a:pt x="3694049" y="30480"/>
                    <a:pt x="3709289" y="45720"/>
                    <a:pt x="3701669" y="68580"/>
                  </a:cubicBezTo>
                  <a:cubicBezTo>
                    <a:pt x="3701669" y="91440"/>
                    <a:pt x="3686429" y="99060"/>
                    <a:pt x="3663569" y="99060"/>
                  </a:cubicBezTo>
                  <a:close/>
                  <a:moveTo>
                    <a:pt x="2985770" y="45720"/>
                  </a:moveTo>
                  <a:cubicBezTo>
                    <a:pt x="2985770" y="22860"/>
                    <a:pt x="3001010" y="7620"/>
                    <a:pt x="3023870" y="7620"/>
                  </a:cubicBezTo>
                  <a:cubicBezTo>
                    <a:pt x="3046730" y="7620"/>
                    <a:pt x="3061970" y="22860"/>
                    <a:pt x="3061970" y="38100"/>
                  </a:cubicBezTo>
                  <a:cubicBezTo>
                    <a:pt x="3061970" y="60960"/>
                    <a:pt x="3046730" y="83820"/>
                    <a:pt x="3031490" y="83820"/>
                  </a:cubicBezTo>
                  <a:cubicBezTo>
                    <a:pt x="3031490" y="83820"/>
                    <a:pt x="3023870" y="83820"/>
                    <a:pt x="3023870" y="83820"/>
                  </a:cubicBezTo>
                  <a:cubicBezTo>
                    <a:pt x="3008630" y="83820"/>
                    <a:pt x="2985770" y="68580"/>
                    <a:pt x="2985770" y="45720"/>
                  </a:cubicBezTo>
                  <a:close/>
                  <a:moveTo>
                    <a:pt x="3450336" y="83820"/>
                  </a:moveTo>
                  <a:cubicBezTo>
                    <a:pt x="3427476" y="76200"/>
                    <a:pt x="3412236" y="60960"/>
                    <a:pt x="3412236" y="38100"/>
                  </a:cubicBezTo>
                  <a:cubicBezTo>
                    <a:pt x="3419856" y="22860"/>
                    <a:pt x="3435096" y="0"/>
                    <a:pt x="3457956" y="7620"/>
                  </a:cubicBezTo>
                  <a:cubicBezTo>
                    <a:pt x="3480816" y="7620"/>
                    <a:pt x="3496056" y="22860"/>
                    <a:pt x="3488436" y="45720"/>
                  </a:cubicBezTo>
                  <a:cubicBezTo>
                    <a:pt x="3488436" y="68580"/>
                    <a:pt x="3473196" y="83820"/>
                    <a:pt x="3450336" y="83820"/>
                  </a:cubicBezTo>
                  <a:close/>
                  <a:moveTo>
                    <a:pt x="3199003" y="38100"/>
                  </a:moveTo>
                  <a:cubicBezTo>
                    <a:pt x="3199003" y="15240"/>
                    <a:pt x="3221863" y="0"/>
                    <a:pt x="3237103" y="0"/>
                  </a:cubicBezTo>
                  <a:cubicBezTo>
                    <a:pt x="3259963" y="0"/>
                    <a:pt x="3275203" y="15240"/>
                    <a:pt x="3275203" y="38100"/>
                  </a:cubicBezTo>
                  <a:cubicBezTo>
                    <a:pt x="3275203" y="60960"/>
                    <a:pt x="3259963" y="76200"/>
                    <a:pt x="3237103" y="76200"/>
                  </a:cubicBezTo>
                  <a:cubicBezTo>
                    <a:pt x="3221863" y="76200"/>
                    <a:pt x="3199003" y="60960"/>
                    <a:pt x="3199003" y="381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701626" y="5544222"/>
            <a:ext cx="1991835" cy="1749650"/>
            <a:chOff x="0" y="0"/>
            <a:chExt cx="2374560" cy="2085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74519" cy="2085848"/>
            </a:xfrm>
            <a:custGeom>
              <a:avLst/>
              <a:gdLst/>
              <a:ahLst/>
              <a:cxnLst/>
              <a:rect l="l" t="t" r="r" b="b"/>
              <a:pathLst>
                <a:path w="2374519" h="2085848">
                  <a:moveTo>
                    <a:pt x="1331849" y="0"/>
                  </a:moveTo>
                  <a:cubicBezTo>
                    <a:pt x="936117" y="0"/>
                    <a:pt x="593598" y="213106"/>
                    <a:pt x="410972" y="540512"/>
                  </a:cubicBezTo>
                  <a:cubicBezTo>
                    <a:pt x="0" y="639445"/>
                    <a:pt x="0" y="639445"/>
                    <a:pt x="0" y="639445"/>
                  </a:cubicBezTo>
                  <a:cubicBezTo>
                    <a:pt x="289179" y="943991"/>
                    <a:pt x="289179" y="943991"/>
                    <a:pt x="289179" y="943991"/>
                  </a:cubicBezTo>
                  <a:cubicBezTo>
                    <a:pt x="289179" y="974471"/>
                    <a:pt x="281559" y="1012444"/>
                    <a:pt x="281559" y="1042924"/>
                  </a:cubicBezTo>
                  <a:cubicBezTo>
                    <a:pt x="281559" y="1621536"/>
                    <a:pt x="753364" y="2085848"/>
                    <a:pt x="1331849" y="2085848"/>
                  </a:cubicBezTo>
                  <a:cubicBezTo>
                    <a:pt x="1902714" y="2085848"/>
                    <a:pt x="2374519" y="1621536"/>
                    <a:pt x="2374519" y="1042924"/>
                  </a:cubicBezTo>
                  <a:cubicBezTo>
                    <a:pt x="2374519" y="464312"/>
                    <a:pt x="1902714" y="0"/>
                    <a:pt x="13318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10" name="Group 10"/>
          <p:cNvGrpSpPr/>
          <p:nvPr/>
        </p:nvGrpSpPr>
        <p:grpSpPr>
          <a:xfrm>
            <a:off x="6701626" y="2987088"/>
            <a:ext cx="1991835" cy="1750254"/>
            <a:chOff x="0" y="0"/>
            <a:chExt cx="2374560" cy="20865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74519" cy="2086610"/>
            </a:xfrm>
            <a:custGeom>
              <a:avLst/>
              <a:gdLst/>
              <a:ahLst/>
              <a:cxnLst/>
              <a:rect l="l" t="t" r="r" b="b"/>
              <a:pathLst>
                <a:path w="2374519" h="2086610">
                  <a:moveTo>
                    <a:pt x="1331849" y="0"/>
                  </a:moveTo>
                  <a:cubicBezTo>
                    <a:pt x="753491" y="0"/>
                    <a:pt x="281559" y="464566"/>
                    <a:pt x="281559" y="1043305"/>
                  </a:cubicBezTo>
                  <a:cubicBezTo>
                    <a:pt x="281559" y="1073785"/>
                    <a:pt x="289179" y="1104265"/>
                    <a:pt x="289179" y="1134745"/>
                  </a:cubicBezTo>
                  <a:cubicBezTo>
                    <a:pt x="0" y="1439291"/>
                    <a:pt x="0" y="1439291"/>
                    <a:pt x="0" y="1439291"/>
                  </a:cubicBezTo>
                  <a:cubicBezTo>
                    <a:pt x="410972" y="1538351"/>
                    <a:pt x="410972" y="1538351"/>
                    <a:pt x="410972" y="1538351"/>
                  </a:cubicBezTo>
                  <a:cubicBezTo>
                    <a:pt x="585978" y="1865757"/>
                    <a:pt x="928497" y="2086610"/>
                    <a:pt x="1331849" y="2086610"/>
                  </a:cubicBezTo>
                  <a:cubicBezTo>
                    <a:pt x="1902714" y="2086610"/>
                    <a:pt x="2374519" y="1622044"/>
                    <a:pt x="2374519" y="1043305"/>
                  </a:cubicBezTo>
                  <a:cubicBezTo>
                    <a:pt x="2374519" y="464566"/>
                    <a:pt x="1902714" y="0"/>
                    <a:pt x="13318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12" name="Group 12"/>
          <p:cNvGrpSpPr/>
          <p:nvPr/>
        </p:nvGrpSpPr>
        <p:grpSpPr>
          <a:xfrm>
            <a:off x="5404336" y="843660"/>
            <a:ext cx="1758106" cy="1797363"/>
            <a:chOff x="0" y="0"/>
            <a:chExt cx="2095920" cy="21427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96008" cy="2142744"/>
            </a:xfrm>
            <a:custGeom>
              <a:avLst/>
              <a:gdLst/>
              <a:ahLst/>
              <a:cxnLst/>
              <a:rect l="l" t="t" r="r" b="b"/>
              <a:pathLst>
                <a:path w="2096008" h="2142744">
                  <a:moveTo>
                    <a:pt x="1051814" y="0"/>
                  </a:moveTo>
                  <a:cubicBezTo>
                    <a:pt x="472567" y="0"/>
                    <a:pt x="0" y="472821"/>
                    <a:pt x="0" y="1052322"/>
                  </a:cubicBezTo>
                  <a:cubicBezTo>
                    <a:pt x="0" y="1311529"/>
                    <a:pt x="99060" y="1548003"/>
                    <a:pt x="259080" y="1731010"/>
                  </a:cubicBezTo>
                  <a:cubicBezTo>
                    <a:pt x="198120" y="2142744"/>
                    <a:pt x="198120" y="2142744"/>
                    <a:pt x="198120" y="2142744"/>
                  </a:cubicBezTo>
                  <a:cubicBezTo>
                    <a:pt x="586867" y="1990217"/>
                    <a:pt x="586867" y="1990217"/>
                    <a:pt x="586867" y="1990217"/>
                  </a:cubicBezTo>
                  <a:cubicBezTo>
                    <a:pt x="724027" y="2058797"/>
                    <a:pt x="884047" y="2097024"/>
                    <a:pt x="1051814" y="2097024"/>
                  </a:cubicBezTo>
                  <a:cubicBezTo>
                    <a:pt x="1623441" y="2097024"/>
                    <a:pt x="2096008" y="1624203"/>
                    <a:pt x="2096008" y="1052322"/>
                  </a:cubicBezTo>
                  <a:cubicBezTo>
                    <a:pt x="2095881" y="472821"/>
                    <a:pt x="1623441" y="0"/>
                    <a:pt x="1051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14" name="TextBox 14"/>
          <p:cNvSpPr txBox="1"/>
          <p:nvPr/>
        </p:nvSpPr>
        <p:spPr>
          <a:xfrm>
            <a:off x="928648" y="4818412"/>
            <a:ext cx="5310749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09"/>
              </a:lnSpc>
              <a:spcBef>
                <a:spcPct val="0"/>
              </a:spcBef>
            </a:pPr>
            <a:r>
              <a:rPr lang="en-US" sz="567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Obstaculos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16751" y="1000125"/>
            <a:ext cx="4349125" cy="871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9"/>
              </a:lnSpc>
              <a:spcBef>
                <a:spcPct val="0"/>
              </a:spcBef>
            </a:pPr>
            <a:r>
              <a:rPr lang="en-US" sz="16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Incompatibilidad crítica de las dependencias del stack inicial (Django/Ionic).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36336" y="3209660"/>
            <a:ext cx="4536706" cy="146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9"/>
              </a:lnSpc>
              <a:spcBef>
                <a:spcPct val="0"/>
              </a:spcBef>
            </a:pPr>
            <a:r>
              <a:rPr lang="en-US" sz="16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La implementación de pruebas unitarias y de integración con Jest resultó ser más compleja de lo estimado debido a la configuración del entorno de pruebas para componentes React.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69686" y="5780589"/>
            <a:ext cx="5127275" cy="116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9"/>
              </a:lnSpc>
              <a:spcBef>
                <a:spcPct val="0"/>
              </a:spcBef>
            </a:pPr>
            <a:r>
              <a:rPr lang="en-US" sz="16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Las estimaciones de tiempo originales no consideraron un margen suficiente (“buffer”) para riesgos técnicos mayores, lo que generó presión en el equipo.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054450" y="5686149"/>
            <a:ext cx="457877" cy="45787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54450" y="4121207"/>
            <a:ext cx="457877" cy="45787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099601" y="2758149"/>
            <a:ext cx="457877" cy="457877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 rot="-1898322">
            <a:off x="-1987267" y="8095155"/>
            <a:ext cx="4891502" cy="4903762"/>
          </a:xfrm>
          <a:custGeom>
            <a:avLst/>
            <a:gdLst/>
            <a:ahLst/>
            <a:cxnLst/>
            <a:rect l="l" t="t" r="r" b="b"/>
            <a:pathLst>
              <a:path w="4891502" h="4903762">
                <a:moveTo>
                  <a:pt x="0" y="0"/>
                </a:moveTo>
                <a:lnTo>
                  <a:pt x="4891502" y="0"/>
                </a:lnTo>
                <a:lnTo>
                  <a:pt x="4891502" y="4903762"/>
                </a:lnTo>
                <a:lnTo>
                  <a:pt x="0" y="4903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3299669" y="5075791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898322">
            <a:off x="-3784911" y="-3899454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490194" y="4133636"/>
            <a:ext cx="7734287" cy="1577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08"/>
              </a:lnSpc>
            </a:pPr>
            <a:r>
              <a:rPr lang="en-US" sz="1042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Preguntas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619</Words>
  <Application>Microsoft Office PowerPoint</Application>
  <PresentationFormat>Personalizado</PresentationFormat>
  <Paragraphs>76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Roboto Bold</vt:lpstr>
      <vt:lpstr>Calibri</vt:lpstr>
      <vt:lpstr>Montserrat</vt:lpstr>
      <vt:lpstr>Arial</vt:lpstr>
      <vt:lpstr>Montserrat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Violet Professional Modern Technology Pitch Deck Presentation</dc:title>
  <dc:creator>Erick San Martín</dc:creator>
  <cp:lastModifiedBy>Erick San Martín</cp:lastModifiedBy>
  <cp:revision>2</cp:revision>
  <dcterms:created xsi:type="dcterms:W3CDTF">2006-08-16T00:00:00Z</dcterms:created>
  <dcterms:modified xsi:type="dcterms:W3CDTF">2025-11-20T02:15:15Z</dcterms:modified>
  <dc:identifier>DAG5GYorC9M</dc:identifier>
</cp:coreProperties>
</file>